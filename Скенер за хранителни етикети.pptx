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DM Sans Bold" charset="1" panose="00000000000000000000"/>
      <p:regular r:id="rId17"/>
    </p:embeddedFont>
    <p:embeddedFont>
      <p:font typeface="DM Sans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21752" y="5498725"/>
            <a:ext cx="3086100" cy="1543050"/>
            <a:chOff x="0" y="0"/>
            <a:chExt cx="81280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45839" y="4727200"/>
            <a:ext cx="3086100" cy="1543050"/>
            <a:chOff x="0" y="0"/>
            <a:chExt cx="8128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65339" y="5498725"/>
            <a:ext cx="3086100" cy="1543050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784839" y="4727200"/>
            <a:ext cx="3086100" cy="1543050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7652159"/>
            <a:ext cx="118737" cy="973383"/>
            <a:chOff x="0" y="0"/>
            <a:chExt cx="31272" cy="2563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007852" y="3047197"/>
            <a:ext cx="118737" cy="973383"/>
            <a:chOff x="0" y="0"/>
            <a:chExt cx="31272" cy="2563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463964" y="7652159"/>
            <a:ext cx="118737" cy="973383"/>
            <a:chOff x="0" y="0"/>
            <a:chExt cx="31272" cy="2563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742264" y="3047197"/>
            <a:ext cx="118737" cy="973383"/>
            <a:chOff x="0" y="0"/>
            <a:chExt cx="31272" cy="2563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2914151" y="5581963"/>
            <a:ext cx="1123645" cy="998062"/>
          </a:xfrm>
          <a:custGeom>
            <a:avLst/>
            <a:gdLst/>
            <a:ahLst/>
            <a:cxnLst/>
            <a:rect r="r" b="b" t="t" l="l"/>
            <a:pathLst>
              <a:path h="998062" w="1123645">
                <a:moveTo>
                  <a:pt x="0" y="0"/>
                </a:moveTo>
                <a:lnTo>
                  <a:pt x="1123646" y="0"/>
                </a:lnTo>
                <a:lnTo>
                  <a:pt x="1123646" y="998061"/>
                </a:lnTo>
                <a:lnTo>
                  <a:pt x="0" y="9980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571079" y="4978063"/>
            <a:ext cx="1024236" cy="1021675"/>
          </a:xfrm>
          <a:custGeom>
            <a:avLst/>
            <a:gdLst/>
            <a:ahLst/>
            <a:cxnLst/>
            <a:rect r="r" b="b" t="t" l="l"/>
            <a:pathLst>
              <a:path h="1021675" w="1024236">
                <a:moveTo>
                  <a:pt x="0" y="0"/>
                </a:moveTo>
                <a:lnTo>
                  <a:pt x="1024236" y="0"/>
                </a:lnTo>
                <a:lnTo>
                  <a:pt x="1024236" y="1021676"/>
                </a:lnTo>
                <a:lnTo>
                  <a:pt x="0" y="10216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298826" y="5857178"/>
            <a:ext cx="907225" cy="907225"/>
          </a:xfrm>
          <a:custGeom>
            <a:avLst/>
            <a:gdLst/>
            <a:ahLst/>
            <a:cxnLst/>
            <a:rect r="r" b="b" t="t" l="l"/>
            <a:pathLst>
              <a:path h="907225" w="907225">
                <a:moveTo>
                  <a:pt x="0" y="0"/>
                </a:moveTo>
                <a:lnTo>
                  <a:pt x="907224" y="0"/>
                </a:lnTo>
                <a:lnTo>
                  <a:pt x="907224" y="907225"/>
                </a:lnTo>
                <a:lnTo>
                  <a:pt x="0" y="907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764044" y="4671870"/>
            <a:ext cx="1473562" cy="1636492"/>
          </a:xfrm>
          <a:custGeom>
            <a:avLst/>
            <a:gdLst/>
            <a:ahLst/>
            <a:cxnLst/>
            <a:rect r="r" b="b" t="t" l="l"/>
            <a:pathLst>
              <a:path h="1636492" w="1473562">
                <a:moveTo>
                  <a:pt x="0" y="0"/>
                </a:moveTo>
                <a:lnTo>
                  <a:pt x="1473562" y="0"/>
                </a:lnTo>
                <a:lnTo>
                  <a:pt x="1473562" y="1636492"/>
                </a:lnTo>
                <a:lnTo>
                  <a:pt x="0" y="16364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126588" y="1095375"/>
            <a:ext cx="8487116" cy="55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62"/>
              </a:lnSpc>
            </a:pPr>
            <a:r>
              <a:rPr lang="en-US" b="true" sz="4080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Скенер за хранителни етикети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652787" y="2014591"/>
            <a:ext cx="8982426" cy="38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9"/>
              </a:lnSpc>
            </a:pPr>
            <a:r>
              <a:rPr lang="en-US" sz="2249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Проект за анализ на вредни и невредни съставки в храните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67782" y="8091226"/>
            <a:ext cx="4632168" cy="77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</a:pPr>
            <a:r>
              <a:rPr lang="en-US" sz="2249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Открийте вредни съставки и техните рискове за здравето.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546933" y="3486263"/>
            <a:ext cx="4632168" cy="77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</a:pPr>
            <a:r>
              <a:rPr lang="en-US" sz="2249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Сканирайте етикети и разберете какво съдържат вашите храни.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003045" y="8091226"/>
            <a:ext cx="4632168" cy="77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</a:pPr>
            <a:r>
              <a:rPr lang="en-US" sz="2249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Използвайте Python и Streamlit за интелигентен анализ.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281345" y="3486263"/>
            <a:ext cx="4632168" cy="77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</a:pPr>
            <a:r>
              <a:rPr lang="en-US" sz="2249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Получете препоръки за по-здравословни алтернативи.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67782" y="7604534"/>
            <a:ext cx="463216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Предупреждения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546933" y="2999572"/>
            <a:ext cx="463216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Анализ на съставки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003045" y="7604534"/>
            <a:ext cx="463216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Умна технология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281345" y="2999572"/>
            <a:ext cx="463216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Здравословен избор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44864" y="4748367"/>
            <a:ext cx="6360342" cy="1260504"/>
          </a:xfrm>
          <a:custGeom>
            <a:avLst/>
            <a:gdLst/>
            <a:ahLst/>
            <a:cxnLst/>
            <a:rect r="r" b="b" t="t" l="l"/>
            <a:pathLst>
              <a:path h="1260504" w="6360342">
                <a:moveTo>
                  <a:pt x="0" y="0"/>
                </a:moveTo>
                <a:lnTo>
                  <a:pt x="6360342" y="0"/>
                </a:lnTo>
                <a:lnTo>
                  <a:pt x="6360342" y="1260504"/>
                </a:lnTo>
                <a:lnTo>
                  <a:pt x="0" y="1260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44864" y="7997796"/>
            <a:ext cx="6360342" cy="1260504"/>
          </a:xfrm>
          <a:custGeom>
            <a:avLst/>
            <a:gdLst/>
            <a:ahLst/>
            <a:cxnLst/>
            <a:rect r="r" b="b" t="t" l="l"/>
            <a:pathLst>
              <a:path h="1260504" w="6360342">
                <a:moveTo>
                  <a:pt x="0" y="0"/>
                </a:moveTo>
                <a:lnTo>
                  <a:pt x="6360342" y="0"/>
                </a:lnTo>
                <a:lnTo>
                  <a:pt x="6360342" y="1260504"/>
                </a:lnTo>
                <a:lnTo>
                  <a:pt x="0" y="1260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16450" y="4673387"/>
            <a:ext cx="6360342" cy="1260504"/>
          </a:xfrm>
          <a:custGeom>
            <a:avLst/>
            <a:gdLst/>
            <a:ahLst/>
            <a:cxnLst/>
            <a:rect r="r" b="b" t="t" l="l"/>
            <a:pathLst>
              <a:path h="1260504" w="6360342">
                <a:moveTo>
                  <a:pt x="0" y="0"/>
                </a:moveTo>
                <a:lnTo>
                  <a:pt x="6360342" y="0"/>
                </a:lnTo>
                <a:lnTo>
                  <a:pt x="6360342" y="1260504"/>
                </a:lnTo>
                <a:lnTo>
                  <a:pt x="0" y="1260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16450" y="7997796"/>
            <a:ext cx="6360342" cy="1260504"/>
          </a:xfrm>
          <a:custGeom>
            <a:avLst/>
            <a:gdLst/>
            <a:ahLst/>
            <a:cxnLst/>
            <a:rect r="r" b="b" t="t" l="l"/>
            <a:pathLst>
              <a:path h="1260504" w="6360342">
                <a:moveTo>
                  <a:pt x="0" y="0"/>
                </a:moveTo>
                <a:lnTo>
                  <a:pt x="6360342" y="0"/>
                </a:lnTo>
                <a:lnTo>
                  <a:pt x="6360342" y="1260504"/>
                </a:lnTo>
                <a:lnTo>
                  <a:pt x="0" y="1260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9229" y="3597916"/>
            <a:ext cx="7331611" cy="2060698"/>
            <a:chOff x="0" y="0"/>
            <a:chExt cx="1930959" cy="5427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30959" cy="542735"/>
            </a:xfrm>
            <a:custGeom>
              <a:avLst/>
              <a:gdLst/>
              <a:ahLst/>
              <a:cxnLst/>
              <a:rect r="r" b="b" t="t" l="l"/>
              <a:pathLst>
                <a:path h="542735" w="1930959">
                  <a:moveTo>
                    <a:pt x="52798" y="0"/>
                  </a:moveTo>
                  <a:lnTo>
                    <a:pt x="1878161" y="0"/>
                  </a:lnTo>
                  <a:cubicBezTo>
                    <a:pt x="1907321" y="0"/>
                    <a:pt x="1930959" y="23639"/>
                    <a:pt x="1930959" y="52798"/>
                  </a:cubicBezTo>
                  <a:lnTo>
                    <a:pt x="1930959" y="489937"/>
                  </a:lnTo>
                  <a:cubicBezTo>
                    <a:pt x="1930959" y="503940"/>
                    <a:pt x="1925397" y="517369"/>
                    <a:pt x="1915495" y="527271"/>
                  </a:cubicBezTo>
                  <a:cubicBezTo>
                    <a:pt x="1905594" y="537173"/>
                    <a:pt x="1892164" y="542735"/>
                    <a:pt x="1878161" y="542735"/>
                  </a:cubicBezTo>
                  <a:lnTo>
                    <a:pt x="52798" y="542735"/>
                  </a:lnTo>
                  <a:cubicBezTo>
                    <a:pt x="23639" y="542735"/>
                    <a:pt x="0" y="519097"/>
                    <a:pt x="0" y="489937"/>
                  </a:cubicBezTo>
                  <a:lnTo>
                    <a:pt x="0" y="52798"/>
                  </a:lnTo>
                  <a:cubicBezTo>
                    <a:pt x="0" y="38795"/>
                    <a:pt x="5563" y="25366"/>
                    <a:pt x="15464" y="15464"/>
                  </a:cubicBezTo>
                  <a:cubicBezTo>
                    <a:pt x="25366" y="5563"/>
                    <a:pt x="38795" y="0"/>
                    <a:pt x="5279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30959" cy="580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59229" y="6847345"/>
            <a:ext cx="7331611" cy="2060698"/>
            <a:chOff x="0" y="0"/>
            <a:chExt cx="1930959" cy="5427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30959" cy="542735"/>
            </a:xfrm>
            <a:custGeom>
              <a:avLst/>
              <a:gdLst/>
              <a:ahLst/>
              <a:cxnLst/>
              <a:rect r="r" b="b" t="t" l="l"/>
              <a:pathLst>
                <a:path h="542735" w="1930959">
                  <a:moveTo>
                    <a:pt x="52798" y="0"/>
                  </a:moveTo>
                  <a:lnTo>
                    <a:pt x="1878161" y="0"/>
                  </a:lnTo>
                  <a:cubicBezTo>
                    <a:pt x="1907321" y="0"/>
                    <a:pt x="1930959" y="23639"/>
                    <a:pt x="1930959" y="52798"/>
                  </a:cubicBezTo>
                  <a:lnTo>
                    <a:pt x="1930959" y="489937"/>
                  </a:lnTo>
                  <a:cubicBezTo>
                    <a:pt x="1930959" y="503940"/>
                    <a:pt x="1925397" y="517369"/>
                    <a:pt x="1915495" y="527271"/>
                  </a:cubicBezTo>
                  <a:cubicBezTo>
                    <a:pt x="1905594" y="537173"/>
                    <a:pt x="1892164" y="542735"/>
                    <a:pt x="1878161" y="542735"/>
                  </a:cubicBezTo>
                  <a:lnTo>
                    <a:pt x="52798" y="542735"/>
                  </a:lnTo>
                  <a:cubicBezTo>
                    <a:pt x="23639" y="542735"/>
                    <a:pt x="0" y="519097"/>
                    <a:pt x="0" y="489937"/>
                  </a:cubicBezTo>
                  <a:lnTo>
                    <a:pt x="0" y="52798"/>
                  </a:lnTo>
                  <a:cubicBezTo>
                    <a:pt x="0" y="38795"/>
                    <a:pt x="5563" y="25366"/>
                    <a:pt x="15464" y="15464"/>
                  </a:cubicBezTo>
                  <a:cubicBezTo>
                    <a:pt x="25366" y="5563"/>
                    <a:pt x="38795" y="0"/>
                    <a:pt x="5279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30959" cy="580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30815" y="3522936"/>
            <a:ext cx="7331611" cy="2060698"/>
            <a:chOff x="0" y="0"/>
            <a:chExt cx="1930959" cy="5427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0959" cy="542735"/>
            </a:xfrm>
            <a:custGeom>
              <a:avLst/>
              <a:gdLst/>
              <a:ahLst/>
              <a:cxnLst/>
              <a:rect r="r" b="b" t="t" l="l"/>
              <a:pathLst>
                <a:path h="542735" w="1930959">
                  <a:moveTo>
                    <a:pt x="52798" y="0"/>
                  </a:moveTo>
                  <a:lnTo>
                    <a:pt x="1878161" y="0"/>
                  </a:lnTo>
                  <a:cubicBezTo>
                    <a:pt x="1907321" y="0"/>
                    <a:pt x="1930959" y="23639"/>
                    <a:pt x="1930959" y="52798"/>
                  </a:cubicBezTo>
                  <a:lnTo>
                    <a:pt x="1930959" y="489937"/>
                  </a:lnTo>
                  <a:cubicBezTo>
                    <a:pt x="1930959" y="503940"/>
                    <a:pt x="1925397" y="517369"/>
                    <a:pt x="1915495" y="527271"/>
                  </a:cubicBezTo>
                  <a:cubicBezTo>
                    <a:pt x="1905594" y="537173"/>
                    <a:pt x="1892164" y="542735"/>
                    <a:pt x="1878161" y="542735"/>
                  </a:cubicBezTo>
                  <a:lnTo>
                    <a:pt x="52798" y="542735"/>
                  </a:lnTo>
                  <a:cubicBezTo>
                    <a:pt x="23639" y="542735"/>
                    <a:pt x="0" y="519097"/>
                    <a:pt x="0" y="489937"/>
                  </a:cubicBezTo>
                  <a:lnTo>
                    <a:pt x="0" y="52798"/>
                  </a:lnTo>
                  <a:cubicBezTo>
                    <a:pt x="0" y="38795"/>
                    <a:pt x="5563" y="25366"/>
                    <a:pt x="15464" y="15464"/>
                  </a:cubicBezTo>
                  <a:cubicBezTo>
                    <a:pt x="25366" y="5563"/>
                    <a:pt x="38795" y="0"/>
                    <a:pt x="5279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30959" cy="580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30815" y="6847345"/>
            <a:ext cx="7331611" cy="2060698"/>
            <a:chOff x="0" y="0"/>
            <a:chExt cx="1930959" cy="5427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0959" cy="542735"/>
            </a:xfrm>
            <a:custGeom>
              <a:avLst/>
              <a:gdLst/>
              <a:ahLst/>
              <a:cxnLst/>
              <a:rect r="r" b="b" t="t" l="l"/>
              <a:pathLst>
                <a:path h="542735" w="1930959">
                  <a:moveTo>
                    <a:pt x="52798" y="0"/>
                  </a:moveTo>
                  <a:lnTo>
                    <a:pt x="1878161" y="0"/>
                  </a:lnTo>
                  <a:cubicBezTo>
                    <a:pt x="1907321" y="0"/>
                    <a:pt x="1930959" y="23639"/>
                    <a:pt x="1930959" y="52798"/>
                  </a:cubicBezTo>
                  <a:lnTo>
                    <a:pt x="1930959" y="489937"/>
                  </a:lnTo>
                  <a:cubicBezTo>
                    <a:pt x="1930959" y="503940"/>
                    <a:pt x="1925397" y="517369"/>
                    <a:pt x="1915495" y="527271"/>
                  </a:cubicBezTo>
                  <a:cubicBezTo>
                    <a:pt x="1905594" y="537173"/>
                    <a:pt x="1892164" y="542735"/>
                    <a:pt x="1878161" y="542735"/>
                  </a:cubicBezTo>
                  <a:lnTo>
                    <a:pt x="52798" y="542735"/>
                  </a:lnTo>
                  <a:cubicBezTo>
                    <a:pt x="23639" y="542735"/>
                    <a:pt x="0" y="519097"/>
                    <a:pt x="0" y="489937"/>
                  </a:cubicBezTo>
                  <a:lnTo>
                    <a:pt x="0" y="52798"/>
                  </a:lnTo>
                  <a:cubicBezTo>
                    <a:pt x="0" y="38795"/>
                    <a:pt x="5563" y="25366"/>
                    <a:pt x="15464" y="15464"/>
                  </a:cubicBezTo>
                  <a:cubicBezTo>
                    <a:pt x="25366" y="5563"/>
                    <a:pt x="38795" y="0"/>
                    <a:pt x="5279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30959" cy="580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59229" y="3397617"/>
            <a:ext cx="4057063" cy="714392"/>
            <a:chOff x="0" y="0"/>
            <a:chExt cx="1068527" cy="18815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8527" cy="188153"/>
            </a:xfrm>
            <a:custGeom>
              <a:avLst/>
              <a:gdLst/>
              <a:ahLst/>
              <a:cxnLst/>
              <a:rect r="r" b="b" t="t" l="l"/>
              <a:pathLst>
                <a:path h="188153" w="1068527">
                  <a:moveTo>
                    <a:pt x="94076" y="0"/>
                  </a:moveTo>
                  <a:lnTo>
                    <a:pt x="974451" y="0"/>
                  </a:lnTo>
                  <a:cubicBezTo>
                    <a:pt x="999401" y="0"/>
                    <a:pt x="1023330" y="9912"/>
                    <a:pt x="1040973" y="27554"/>
                  </a:cubicBezTo>
                  <a:cubicBezTo>
                    <a:pt x="1058615" y="45197"/>
                    <a:pt x="1068527" y="69126"/>
                    <a:pt x="1068527" y="94076"/>
                  </a:cubicBezTo>
                  <a:lnTo>
                    <a:pt x="1068527" y="94076"/>
                  </a:lnTo>
                  <a:cubicBezTo>
                    <a:pt x="1068527" y="119027"/>
                    <a:pt x="1058615" y="142956"/>
                    <a:pt x="1040973" y="160598"/>
                  </a:cubicBezTo>
                  <a:cubicBezTo>
                    <a:pt x="1023330" y="178241"/>
                    <a:pt x="999401" y="188153"/>
                    <a:pt x="974451" y="188153"/>
                  </a:cubicBezTo>
                  <a:lnTo>
                    <a:pt x="94076" y="188153"/>
                  </a:lnTo>
                  <a:cubicBezTo>
                    <a:pt x="69126" y="188153"/>
                    <a:pt x="45197" y="178241"/>
                    <a:pt x="27554" y="160598"/>
                  </a:cubicBezTo>
                  <a:cubicBezTo>
                    <a:pt x="9912" y="142956"/>
                    <a:pt x="0" y="119027"/>
                    <a:pt x="0" y="94076"/>
                  </a:cubicBezTo>
                  <a:lnTo>
                    <a:pt x="0" y="94076"/>
                  </a:lnTo>
                  <a:cubicBezTo>
                    <a:pt x="0" y="69126"/>
                    <a:pt x="9912" y="45197"/>
                    <a:pt x="27554" y="27554"/>
                  </a:cubicBezTo>
                  <a:cubicBezTo>
                    <a:pt x="45197" y="9912"/>
                    <a:pt x="69126" y="0"/>
                    <a:pt x="94076" y="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68527" cy="226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59229" y="6647046"/>
            <a:ext cx="4057063" cy="714392"/>
            <a:chOff x="0" y="0"/>
            <a:chExt cx="1068527" cy="18815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8527" cy="188153"/>
            </a:xfrm>
            <a:custGeom>
              <a:avLst/>
              <a:gdLst/>
              <a:ahLst/>
              <a:cxnLst/>
              <a:rect r="r" b="b" t="t" l="l"/>
              <a:pathLst>
                <a:path h="188153" w="1068527">
                  <a:moveTo>
                    <a:pt x="94076" y="0"/>
                  </a:moveTo>
                  <a:lnTo>
                    <a:pt x="974451" y="0"/>
                  </a:lnTo>
                  <a:cubicBezTo>
                    <a:pt x="999401" y="0"/>
                    <a:pt x="1023330" y="9912"/>
                    <a:pt x="1040973" y="27554"/>
                  </a:cubicBezTo>
                  <a:cubicBezTo>
                    <a:pt x="1058615" y="45197"/>
                    <a:pt x="1068527" y="69126"/>
                    <a:pt x="1068527" y="94076"/>
                  </a:cubicBezTo>
                  <a:lnTo>
                    <a:pt x="1068527" y="94076"/>
                  </a:lnTo>
                  <a:cubicBezTo>
                    <a:pt x="1068527" y="119027"/>
                    <a:pt x="1058615" y="142956"/>
                    <a:pt x="1040973" y="160598"/>
                  </a:cubicBezTo>
                  <a:cubicBezTo>
                    <a:pt x="1023330" y="178241"/>
                    <a:pt x="999401" y="188153"/>
                    <a:pt x="974451" y="188153"/>
                  </a:cubicBezTo>
                  <a:lnTo>
                    <a:pt x="94076" y="188153"/>
                  </a:lnTo>
                  <a:cubicBezTo>
                    <a:pt x="69126" y="188153"/>
                    <a:pt x="45197" y="178241"/>
                    <a:pt x="27554" y="160598"/>
                  </a:cubicBezTo>
                  <a:cubicBezTo>
                    <a:pt x="9912" y="142956"/>
                    <a:pt x="0" y="119027"/>
                    <a:pt x="0" y="94076"/>
                  </a:cubicBezTo>
                  <a:lnTo>
                    <a:pt x="0" y="94076"/>
                  </a:lnTo>
                  <a:cubicBezTo>
                    <a:pt x="0" y="69126"/>
                    <a:pt x="9912" y="45197"/>
                    <a:pt x="27554" y="27554"/>
                  </a:cubicBezTo>
                  <a:cubicBezTo>
                    <a:pt x="45197" y="9912"/>
                    <a:pt x="69126" y="0"/>
                    <a:pt x="94076" y="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68527" cy="226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30815" y="3322637"/>
            <a:ext cx="4057063" cy="714392"/>
            <a:chOff x="0" y="0"/>
            <a:chExt cx="1068527" cy="18815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8527" cy="188153"/>
            </a:xfrm>
            <a:custGeom>
              <a:avLst/>
              <a:gdLst/>
              <a:ahLst/>
              <a:cxnLst/>
              <a:rect r="r" b="b" t="t" l="l"/>
              <a:pathLst>
                <a:path h="188153" w="1068527">
                  <a:moveTo>
                    <a:pt x="94076" y="0"/>
                  </a:moveTo>
                  <a:lnTo>
                    <a:pt x="974451" y="0"/>
                  </a:lnTo>
                  <a:cubicBezTo>
                    <a:pt x="999401" y="0"/>
                    <a:pt x="1023330" y="9912"/>
                    <a:pt x="1040973" y="27554"/>
                  </a:cubicBezTo>
                  <a:cubicBezTo>
                    <a:pt x="1058615" y="45197"/>
                    <a:pt x="1068527" y="69126"/>
                    <a:pt x="1068527" y="94076"/>
                  </a:cubicBezTo>
                  <a:lnTo>
                    <a:pt x="1068527" y="94076"/>
                  </a:lnTo>
                  <a:cubicBezTo>
                    <a:pt x="1068527" y="119027"/>
                    <a:pt x="1058615" y="142956"/>
                    <a:pt x="1040973" y="160598"/>
                  </a:cubicBezTo>
                  <a:cubicBezTo>
                    <a:pt x="1023330" y="178241"/>
                    <a:pt x="999401" y="188153"/>
                    <a:pt x="974451" y="188153"/>
                  </a:cubicBezTo>
                  <a:lnTo>
                    <a:pt x="94076" y="188153"/>
                  </a:lnTo>
                  <a:cubicBezTo>
                    <a:pt x="69126" y="188153"/>
                    <a:pt x="45197" y="178241"/>
                    <a:pt x="27554" y="160598"/>
                  </a:cubicBezTo>
                  <a:cubicBezTo>
                    <a:pt x="9912" y="142956"/>
                    <a:pt x="0" y="119027"/>
                    <a:pt x="0" y="94076"/>
                  </a:cubicBezTo>
                  <a:lnTo>
                    <a:pt x="0" y="94076"/>
                  </a:lnTo>
                  <a:cubicBezTo>
                    <a:pt x="0" y="69126"/>
                    <a:pt x="9912" y="45197"/>
                    <a:pt x="27554" y="27554"/>
                  </a:cubicBezTo>
                  <a:cubicBezTo>
                    <a:pt x="45197" y="9912"/>
                    <a:pt x="69126" y="0"/>
                    <a:pt x="94076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68527" cy="226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630815" y="6647046"/>
            <a:ext cx="4057063" cy="714392"/>
            <a:chOff x="0" y="0"/>
            <a:chExt cx="1068527" cy="18815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8527" cy="188153"/>
            </a:xfrm>
            <a:custGeom>
              <a:avLst/>
              <a:gdLst/>
              <a:ahLst/>
              <a:cxnLst/>
              <a:rect r="r" b="b" t="t" l="l"/>
              <a:pathLst>
                <a:path h="188153" w="1068527">
                  <a:moveTo>
                    <a:pt x="94076" y="0"/>
                  </a:moveTo>
                  <a:lnTo>
                    <a:pt x="974451" y="0"/>
                  </a:lnTo>
                  <a:cubicBezTo>
                    <a:pt x="999401" y="0"/>
                    <a:pt x="1023330" y="9912"/>
                    <a:pt x="1040973" y="27554"/>
                  </a:cubicBezTo>
                  <a:cubicBezTo>
                    <a:pt x="1058615" y="45197"/>
                    <a:pt x="1068527" y="69126"/>
                    <a:pt x="1068527" y="94076"/>
                  </a:cubicBezTo>
                  <a:lnTo>
                    <a:pt x="1068527" y="94076"/>
                  </a:lnTo>
                  <a:cubicBezTo>
                    <a:pt x="1068527" y="119027"/>
                    <a:pt x="1058615" y="142956"/>
                    <a:pt x="1040973" y="160598"/>
                  </a:cubicBezTo>
                  <a:cubicBezTo>
                    <a:pt x="1023330" y="178241"/>
                    <a:pt x="999401" y="188153"/>
                    <a:pt x="974451" y="188153"/>
                  </a:cubicBezTo>
                  <a:lnTo>
                    <a:pt x="94076" y="188153"/>
                  </a:lnTo>
                  <a:cubicBezTo>
                    <a:pt x="69126" y="188153"/>
                    <a:pt x="45197" y="178241"/>
                    <a:pt x="27554" y="160598"/>
                  </a:cubicBezTo>
                  <a:cubicBezTo>
                    <a:pt x="9912" y="142956"/>
                    <a:pt x="0" y="119027"/>
                    <a:pt x="0" y="94076"/>
                  </a:cubicBezTo>
                  <a:lnTo>
                    <a:pt x="0" y="94076"/>
                  </a:lnTo>
                  <a:cubicBezTo>
                    <a:pt x="0" y="69126"/>
                    <a:pt x="9912" y="45197"/>
                    <a:pt x="27554" y="27554"/>
                  </a:cubicBezTo>
                  <a:cubicBezTo>
                    <a:pt x="45197" y="9912"/>
                    <a:pt x="69126" y="0"/>
                    <a:pt x="94076" y="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68527" cy="226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0" id="30"/>
          <p:cNvSpPr/>
          <p:nvPr/>
        </p:nvSpPr>
        <p:spPr>
          <a:xfrm flipH="true">
            <a:off x="3138575" y="4126297"/>
            <a:ext cx="0" cy="1532317"/>
          </a:xfrm>
          <a:prstGeom prst="line">
            <a:avLst/>
          </a:prstGeom>
          <a:ln cap="flat" w="28575">
            <a:solidFill>
              <a:srgbClr val="3B82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H="true">
            <a:off x="3152863" y="7375726"/>
            <a:ext cx="0" cy="1532317"/>
          </a:xfrm>
          <a:prstGeom prst="line">
            <a:avLst/>
          </a:prstGeom>
          <a:ln cap="flat" w="28575">
            <a:solidFill>
              <a:srgbClr val="14B8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11259478" y="4037030"/>
            <a:ext cx="0" cy="1532317"/>
          </a:xfrm>
          <a:prstGeom prst="line">
            <a:avLst/>
          </a:prstGeom>
          <a:ln cap="flat" w="28575">
            <a:solidFill>
              <a:srgbClr val="F59E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1273765" y="7375726"/>
            <a:ext cx="0" cy="1532317"/>
          </a:xfrm>
          <a:prstGeom prst="line">
            <a:avLst/>
          </a:prstGeom>
          <a:ln cap="flat" w="28575">
            <a:solidFill>
              <a:srgbClr val="F973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2824493" y="5303639"/>
            <a:ext cx="628165" cy="630252"/>
            <a:chOff x="0" y="0"/>
            <a:chExt cx="165443" cy="1659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5443" cy="165992"/>
            </a:xfrm>
            <a:custGeom>
              <a:avLst/>
              <a:gdLst/>
              <a:ahLst/>
              <a:cxnLst/>
              <a:rect r="r" b="b" t="t" l="l"/>
              <a:pathLst>
                <a:path h="165992" w="165443">
                  <a:moveTo>
                    <a:pt x="82721" y="0"/>
                  </a:moveTo>
                  <a:lnTo>
                    <a:pt x="82721" y="0"/>
                  </a:lnTo>
                  <a:cubicBezTo>
                    <a:pt x="128407" y="0"/>
                    <a:pt x="165443" y="37036"/>
                    <a:pt x="165443" y="82721"/>
                  </a:cubicBezTo>
                  <a:lnTo>
                    <a:pt x="165443" y="83271"/>
                  </a:lnTo>
                  <a:cubicBezTo>
                    <a:pt x="165443" y="128957"/>
                    <a:pt x="128407" y="165992"/>
                    <a:pt x="82721" y="165992"/>
                  </a:cubicBezTo>
                  <a:lnTo>
                    <a:pt x="82721" y="165992"/>
                  </a:lnTo>
                  <a:cubicBezTo>
                    <a:pt x="37036" y="165992"/>
                    <a:pt x="0" y="128957"/>
                    <a:pt x="0" y="83271"/>
                  </a:cubicBezTo>
                  <a:lnTo>
                    <a:pt x="0" y="82721"/>
                  </a:lnTo>
                  <a:cubicBezTo>
                    <a:pt x="0" y="37036"/>
                    <a:pt x="37036" y="0"/>
                    <a:pt x="82721" y="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65443" cy="20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824493" y="8592916"/>
            <a:ext cx="628165" cy="630252"/>
            <a:chOff x="0" y="0"/>
            <a:chExt cx="165443" cy="1659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5443" cy="165992"/>
            </a:xfrm>
            <a:custGeom>
              <a:avLst/>
              <a:gdLst/>
              <a:ahLst/>
              <a:cxnLst/>
              <a:rect r="r" b="b" t="t" l="l"/>
              <a:pathLst>
                <a:path h="165992" w="165443">
                  <a:moveTo>
                    <a:pt x="82721" y="0"/>
                  </a:moveTo>
                  <a:lnTo>
                    <a:pt x="82721" y="0"/>
                  </a:lnTo>
                  <a:cubicBezTo>
                    <a:pt x="128407" y="0"/>
                    <a:pt x="165443" y="37036"/>
                    <a:pt x="165443" y="82721"/>
                  </a:cubicBezTo>
                  <a:lnTo>
                    <a:pt x="165443" y="83271"/>
                  </a:lnTo>
                  <a:cubicBezTo>
                    <a:pt x="165443" y="128957"/>
                    <a:pt x="128407" y="165992"/>
                    <a:pt x="82721" y="165992"/>
                  </a:cubicBezTo>
                  <a:lnTo>
                    <a:pt x="82721" y="165992"/>
                  </a:lnTo>
                  <a:cubicBezTo>
                    <a:pt x="37036" y="165992"/>
                    <a:pt x="0" y="128957"/>
                    <a:pt x="0" y="83271"/>
                  </a:cubicBezTo>
                  <a:lnTo>
                    <a:pt x="0" y="82721"/>
                  </a:lnTo>
                  <a:cubicBezTo>
                    <a:pt x="0" y="37036"/>
                    <a:pt x="37036" y="0"/>
                    <a:pt x="82721" y="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65443" cy="20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945395" y="5254220"/>
            <a:ext cx="628165" cy="630252"/>
            <a:chOff x="0" y="0"/>
            <a:chExt cx="165443" cy="1659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5443" cy="165992"/>
            </a:xfrm>
            <a:custGeom>
              <a:avLst/>
              <a:gdLst/>
              <a:ahLst/>
              <a:cxnLst/>
              <a:rect r="r" b="b" t="t" l="l"/>
              <a:pathLst>
                <a:path h="165992" w="165443">
                  <a:moveTo>
                    <a:pt x="82721" y="0"/>
                  </a:moveTo>
                  <a:lnTo>
                    <a:pt x="82721" y="0"/>
                  </a:lnTo>
                  <a:cubicBezTo>
                    <a:pt x="128407" y="0"/>
                    <a:pt x="165443" y="37036"/>
                    <a:pt x="165443" y="82721"/>
                  </a:cubicBezTo>
                  <a:lnTo>
                    <a:pt x="165443" y="83271"/>
                  </a:lnTo>
                  <a:cubicBezTo>
                    <a:pt x="165443" y="128957"/>
                    <a:pt x="128407" y="165992"/>
                    <a:pt x="82721" y="165992"/>
                  </a:cubicBezTo>
                  <a:lnTo>
                    <a:pt x="82721" y="165992"/>
                  </a:lnTo>
                  <a:cubicBezTo>
                    <a:pt x="37036" y="165992"/>
                    <a:pt x="0" y="128957"/>
                    <a:pt x="0" y="83271"/>
                  </a:cubicBezTo>
                  <a:lnTo>
                    <a:pt x="0" y="82721"/>
                  </a:lnTo>
                  <a:cubicBezTo>
                    <a:pt x="0" y="37036"/>
                    <a:pt x="37036" y="0"/>
                    <a:pt x="82721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65443" cy="20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964507" y="8580638"/>
            <a:ext cx="628165" cy="630252"/>
            <a:chOff x="0" y="0"/>
            <a:chExt cx="165443" cy="1659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5443" cy="165992"/>
            </a:xfrm>
            <a:custGeom>
              <a:avLst/>
              <a:gdLst/>
              <a:ahLst/>
              <a:cxnLst/>
              <a:rect r="r" b="b" t="t" l="l"/>
              <a:pathLst>
                <a:path h="165992" w="165443">
                  <a:moveTo>
                    <a:pt x="82721" y="0"/>
                  </a:moveTo>
                  <a:lnTo>
                    <a:pt x="82721" y="0"/>
                  </a:lnTo>
                  <a:cubicBezTo>
                    <a:pt x="128407" y="0"/>
                    <a:pt x="165443" y="37036"/>
                    <a:pt x="165443" y="82721"/>
                  </a:cubicBezTo>
                  <a:lnTo>
                    <a:pt x="165443" y="83271"/>
                  </a:lnTo>
                  <a:cubicBezTo>
                    <a:pt x="165443" y="128957"/>
                    <a:pt x="128407" y="165992"/>
                    <a:pt x="82721" y="165992"/>
                  </a:cubicBezTo>
                  <a:lnTo>
                    <a:pt x="82721" y="165992"/>
                  </a:lnTo>
                  <a:cubicBezTo>
                    <a:pt x="37036" y="165992"/>
                    <a:pt x="0" y="128957"/>
                    <a:pt x="0" y="83271"/>
                  </a:cubicBezTo>
                  <a:lnTo>
                    <a:pt x="0" y="82721"/>
                  </a:lnTo>
                  <a:cubicBezTo>
                    <a:pt x="0" y="37036"/>
                    <a:pt x="37036" y="0"/>
                    <a:pt x="82721" y="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65443" cy="204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2003239" y="4415901"/>
            <a:ext cx="830242" cy="864630"/>
          </a:xfrm>
          <a:custGeom>
            <a:avLst/>
            <a:gdLst/>
            <a:ahLst/>
            <a:cxnLst/>
            <a:rect r="r" b="b" t="t" l="l"/>
            <a:pathLst>
              <a:path h="864630" w="830242">
                <a:moveTo>
                  <a:pt x="0" y="0"/>
                </a:moveTo>
                <a:lnTo>
                  <a:pt x="830241" y="0"/>
                </a:lnTo>
                <a:lnTo>
                  <a:pt x="830241" y="864630"/>
                </a:lnTo>
                <a:lnTo>
                  <a:pt x="0" y="864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0184202" y="4266311"/>
            <a:ext cx="828945" cy="828945"/>
          </a:xfrm>
          <a:custGeom>
            <a:avLst/>
            <a:gdLst/>
            <a:ahLst/>
            <a:cxnLst/>
            <a:rect r="r" b="b" t="t" l="l"/>
            <a:pathLst>
              <a:path h="828945" w="828945">
                <a:moveTo>
                  <a:pt x="0" y="0"/>
                </a:moveTo>
                <a:lnTo>
                  <a:pt x="828945" y="0"/>
                </a:lnTo>
                <a:lnTo>
                  <a:pt x="828945" y="828945"/>
                </a:lnTo>
                <a:lnTo>
                  <a:pt x="0" y="8289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2122480" y="7617799"/>
            <a:ext cx="767744" cy="688830"/>
          </a:xfrm>
          <a:custGeom>
            <a:avLst/>
            <a:gdLst/>
            <a:ahLst/>
            <a:cxnLst/>
            <a:rect r="r" b="b" t="t" l="l"/>
            <a:pathLst>
              <a:path h="688830" w="767744">
                <a:moveTo>
                  <a:pt x="0" y="0"/>
                </a:moveTo>
                <a:lnTo>
                  <a:pt x="767744" y="0"/>
                </a:lnTo>
                <a:lnTo>
                  <a:pt x="767744" y="688830"/>
                </a:lnTo>
                <a:lnTo>
                  <a:pt x="0" y="6888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0362181" y="7496902"/>
            <a:ext cx="589606" cy="962654"/>
          </a:xfrm>
          <a:custGeom>
            <a:avLst/>
            <a:gdLst/>
            <a:ahLst/>
            <a:cxnLst/>
            <a:rect r="r" b="b" t="t" l="l"/>
            <a:pathLst>
              <a:path h="962654" w="589606">
                <a:moveTo>
                  <a:pt x="0" y="0"/>
                </a:moveTo>
                <a:lnTo>
                  <a:pt x="589606" y="0"/>
                </a:lnTo>
                <a:lnTo>
                  <a:pt x="589606" y="962655"/>
                </a:lnTo>
                <a:lnTo>
                  <a:pt x="0" y="9626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5482155" y="981075"/>
            <a:ext cx="7323691" cy="487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00"/>
              </a:lnSpc>
            </a:pPr>
            <a:r>
              <a:rPr lang="en-US" b="true" sz="292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Цел на проекта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805223" y="3516521"/>
            <a:ext cx="3419812" cy="248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50"/>
              </a:lnSpc>
            </a:pPr>
            <a:r>
              <a:rPr lang="en-US" b="true" sz="146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Разпознаване на вредни съставки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515129" y="4341219"/>
            <a:ext cx="463216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</a:pPr>
            <a:r>
              <a:rPr lang="en-US" sz="150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Идентифицира опасни добавки и химикали в храните.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652787" y="2024116"/>
            <a:ext cx="898242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0"/>
              </a:lnSpc>
            </a:pPr>
            <a:r>
              <a:rPr lang="en-US" sz="150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Основните цели на нашия скенер за хранителни етикети.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515129" y="7553350"/>
            <a:ext cx="463216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</a:pPr>
            <a:r>
              <a:rPr lang="en-US" sz="150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Показва потенциални здравословни проблеми от съставките.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659347" y="4228941"/>
            <a:ext cx="463216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</a:pPr>
            <a:r>
              <a:rPr lang="en-US" sz="150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Предоставя ясна и достъпна информация за всяка съставка.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659347" y="7551938"/>
            <a:ext cx="463216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</a:pPr>
            <a:r>
              <a:rPr lang="en-US" sz="150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Предлага по-здравословни заместители на вредните продукти.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877855" y="6808971"/>
            <a:ext cx="3419812" cy="248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50"/>
              </a:lnSpc>
            </a:pPr>
            <a:r>
              <a:rPr lang="en-US" b="true" sz="146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Показване на рискове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949441" y="3463961"/>
            <a:ext cx="3419812" cy="248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50"/>
              </a:lnSpc>
            </a:pPr>
            <a:r>
              <a:rPr lang="en-US" b="true" sz="146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Информиране на потребителите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949441" y="6788369"/>
            <a:ext cx="3419812" cy="248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50"/>
              </a:lnSpc>
            </a:pPr>
            <a:r>
              <a:rPr lang="en-US" b="true" sz="146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Предлагане на алтернативи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872118" y="8728641"/>
            <a:ext cx="50925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872118" y="5439364"/>
            <a:ext cx="50925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004852" y="5389945"/>
            <a:ext cx="50925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023964" y="8728641"/>
            <a:ext cx="50925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09195" y="1028700"/>
            <a:ext cx="2634805" cy="3065955"/>
            <a:chOff x="0" y="0"/>
            <a:chExt cx="6985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3623"/>
              <a:ext cx="698500" cy="785555"/>
            </a:xfrm>
            <a:custGeom>
              <a:avLst/>
              <a:gdLst/>
              <a:ahLst/>
              <a:cxnLst/>
              <a:rect r="r" b="b" t="t" l="l"/>
              <a:pathLst>
                <a:path h="785555" w="698500">
                  <a:moveTo>
                    <a:pt x="392902" y="11774"/>
                  </a:moveTo>
                  <a:lnTo>
                    <a:pt x="654848" y="164180"/>
                  </a:lnTo>
                  <a:cubicBezTo>
                    <a:pt x="681874" y="179904"/>
                    <a:pt x="698500" y="208812"/>
                    <a:pt x="698500" y="240080"/>
                  </a:cubicBezTo>
                  <a:lnTo>
                    <a:pt x="698500" y="545475"/>
                  </a:lnTo>
                  <a:cubicBezTo>
                    <a:pt x="698500" y="576742"/>
                    <a:pt x="681874" y="605650"/>
                    <a:pt x="654848" y="621374"/>
                  </a:cubicBezTo>
                  <a:lnTo>
                    <a:pt x="392902" y="773780"/>
                  </a:lnTo>
                  <a:cubicBezTo>
                    <a:pt x="365918" y="789479"/>
                    <a:pt x="332582" y="789479"/>
                    <a:pt x="305598" y="773780"/>
                  </a:cubicBezTo>
                  <a:lnTo>
                    <a:pt x="43652" y="621374"/>
                  </a:lnTo>
                  <a:cubicBezTo>
                    <a:pt x="16626" y="605650"/>
                    <a:pt x="0" y="576742"/>
                    <a:pt x="0" y="545475"/>
                  </a:cubicBezTo>
                  <a:lnTo>
                    <a:pt x="0" y="240080"/>
                  </a:lnTo>
                  <a:cubicBezTo>
                    <a:pt x="0" y="208812"/>
                    <a:pt x="16626" y="179904"/>
                    <a:pt x="43652" y="164180"/>
                  </a:cubicBezTo>
                  <a:lnTo>
                    <a:pt x="305598" y="11774"/>
                  </a:lnTo>
                  <a:cubicBezTo>
                    <a:pt x="332582" y="-3925"/>
                    <a:pt x="365918" y="-3925"/>
                    <a:pt x="392902" y="1177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26598" y="3610523"/>
            <a:ext cx="2634805" cy="3065955"/>
            <a:chOff x="0" y="0"/>
            <a:chExt cx="6985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3623"/>
              <a:ext cx="698500" cy="785555"/>
            </a:xfrm>
            <a:custGeom>
              <a:avLst/>
              <a:gdLst/>
              <a:ahLst/>
              <a:cxnLst/>
              <a:rect r="r" b="b" t="t" l="l"/>
              <a:pathLst>
                <a:path h="785555" w="698500">
                  <a:moveTo>
                    <a:pt x="392902" y="11774"/>
                  </a:moveTo>
                  <a:lnTo>
                    <a:pt x="654848" y="164180"/>
                  </a:lnTo>
                  <a:cubicBezTo>
                    <a:pt x="681874" y="179904"/>
                    <a:pt x="698500" y="208812"/>
                    <a:pt x="698500" y="240080"/>
                  </a:cubicBezTo>
                  <a:lnTo>
                    <a:pt x="698500" y="545475"/>
                  </a:lnTo>
                  <a:cubicBezTo>
                    <a:pt x="698500" y="576742"/>
                    <a:pt x="681874" y="605650"/>
                    <a:pt x="654848" y="621374"/>
                  </a:cubicBezTo>
                  <a:lnTo>
                    <a:pt x="392902" y="773780"/>
                  </a:lnTo>
                  <a:cubicBezTo>
                    <a:pt x="365918" y="789479"/>
                    <a:pt x="332582" y="789479"/>
                    <a:pt x="305598" y="773780"/>
                  </a:cubicBezTo>
                  <a:lnTo>
                    <a:pt x="43652" y="621374"/>
                  </a:lnTo>
                  <a:cubicBezTo>
                    <a:pt x="16626" y="605650"/>
                    <a:pt x="0" y="576742"/>
                    <a:pt x="0" y="545475"/>
                  </a:cubicBezTo>
                  <a:lnTo>
                    <a:pt x="0" y="240080"/>
                  </a:lnTo>
                  <a:cubicBezTo>
                    <a:pt x="0" y="208812"/>
                    <a:pt x="16626" y="179904"/>
                    <a:pt x="43652" y="164180"/>
                  </a:cubicBezTo>
                  <a:lnTo>
                    <a:pt x="305598" y="11774"/>
                  </a:lnTo>
                  <a:cubicBezTo>
                    <a:pt x="332582" y="-3925"/>
                    <a:pt x="365918" y="-3925"/>
                    <a:pt x="392902" y="11774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09195" y="6192345"/>
            <a:ext cx="2634805" cy="3065955"/>
            <a:chOff x="0" y="0"/>
            <a:chExt cx="6985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13623"/>
              <a:ext cx="698500" cy="785555"/>
            </a:xfrm>
            <a:custGeom>
              <a:avLst/>
              <a:gdLst/>
              <a:ahLst/>
              <a:cxnLst/>
              <a:rect r="r" b="b" t="t" l="l"/>
              <a:pathLst>
                <a:path h="785555" w="698500">
                  <a:moveTo>
                    <a:pt x="392902" y="11774"/>
                  </a:moveTo>
                  <a:lnTo>
                    <a:pt x="654848" y="164180"/>
                  </a:lnTo>
                  <a:cubicBezTo>
                    <a:pt x="681874" y="179904"/>
                    <a:pt x="698500" y="208812"/>
                    <a:pt x="698500" y="240080"/>
                  </a:cubicBezTo>
                  <a:lnTo>
                    <a:pt x="698500" y="545475"/>
                  </a:lnTo>
                  <a:cubicBezTo>
                    <a:pt x="698500" y="576742"/>
                    <a:pt x="681874" y="605650"/>
                    <a:pt x="654848" y="621374"/>
                  </a:cubicBezTo>
                  <a:lnTo>
                    <a:pt x="392902" y="773780"/>
                  </a:lnTo>
                  <a:cubicBezTo>
                    <a:pt x="365918" y="789479"/>
                    <a:pt x="332582" y="789479"/>
                    <a:pt x="305598" y="773780"/>
                  </a:cubicBezTo>
                  <a:lnTo>
                    <a:pt x="43652" y="621374"/>
                  </a:lnTo>
                  <a:cubicBezTo>
                    <a:pt x="16626" y="605650"/>
                    <a:pt x="0" y="576742"/>
                    <a:pt x="0" y="545475"/>
                  </a:cubicBezTo>
                  <a:lnTo>
                    <a:pt x="0" y="240080"/>
                  </a:lnTo>
                  <a:cubicBezTo>
                    <a:pt x="0" y="208812"/>
                    <a:pt x="16626" y="179904"/>
                    <a:pt x="43652" y="164180"/>
                  </a:cubicBezTo>
                  <a:lnTo>
                    <a:pt x="305598" y="11774"/>
                  </a:lnTo>
                  <a:cubicBezTo>
                    <a:pt x="332582" y="-3925"/>
                    <a:pt x="365918" y="-3925"/>
                    <a:pt x="392902" y="11774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725717" y="1911986"/>
            <a:ext cx="118737" cy="973383"/>
            <a:chOff x="0" y="0"/>
            <a:chExt cx="31272" cy="2563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25717" y="4742681"/>
            <a:ext cx="118737" cy="973383"/>
            <a:chOff x="0" y="0"/>
            <a:chExt cx="31272" cy="2563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25717" y="7573376"/>
            <a:ext cx="118737" cy="973383"/>
            <a:chOff x="0" y="0"/>
            <a:chExt cx="31272" cy="2563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165354" y="2178807"/>
            <a:ext cx="1324061" cy="1130040"/>
          </a:xfrm>
          <a:custGeom>
            <a:avLst/>
            <a:gdLst/>
            <a:ahLst/>
            <a:cxnLst/>
            <a:rect r="r" b="b" t="t" l="l"/>
            <a:pathLst>
              <a:path h="1130040" w="1324061">
                <a:moveTo>
                  <a:pt x="0" y="0"/>
                </a:moveTo>
                <a:lnTo>
                  <a:pt x="1324061" y="0"/>
                </a:lnTo>
                <a:lnTo>
                  <a:pt x="1324061" y="1130040"/>
                </a:lnTo>
                <a:lnTo>
                  <a:pt x="0" y="1130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668149" y="4736600"/>
            <a:ext cx="928910" cy="1448547"/>
          </a:xfrm>
          <a:custGeom>
            <a:avLst/>
            <a:gdLst/>
            <a:ahLst/>
            <a:cxnLst/>
            <a:rect r="r" b="b" t="t" l="l"/>
            <a:pathLst>
              <a:path h="1448547" w="928910">
                <a:moveTo>
                  <a:pt x="0" y="0"/>
                </a:moveTo>
                <a:lnTo>
                  <a:pt x="928910" y="0"/>
                </a:lnTo>
                <a:lnTo>
                  <a:pt x="928910" y="1448547"/>
                </a:lnTo>
                <a:lnTo>
                  <a:pt x="0" y="1448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274165" y="7592081"/>
            <a:ext cx="1248421" cy="1196940"/>
          </a:xfrm>
          <a:custGeom>
            <a:avLst/>
            <a:gdLst/>
            <a:ahLst/>
            <a:cxnLst/>
            <a:rect r="r" b="b" t="t" l="l"/>
            <a:pathLst>
              <a:path h="1196940" w="1248421">
                <a:moveTo>
                  <a:pt x="0" y="0"/>
                </a:moveTo>
                <a:lnTo>
                  <a:pt x="1248421" y="0"/>
                </a:lnTo>
                <a:lnTo>
                  <a:pt x="1248421" y="1196940"/>
                </a:lnTo>
                <a:lnTo>
                  <a:pt x="0" y="1196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4429152"/>
            <a:ext cx="4481438" cy="699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7"/>
              </a:lnSpc>
            </a:pPr>
            <a:r>
              <a:rPr lang="en-US" b="true" sz="2693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Избран хранителен продукт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8925" y="5423955"/>
            <a:ext cx="4960143" cy="82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0"/>
              </a:lnSpc>
            </a:pPr>
            <a:r>
              <a:rPr lang="en-US" sz="2393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Шоколадова вафла - анализ на етикета със съставки.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64799" y="2351052"/>
            <a:ext cx="4632168" cy="82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0"/>
              </a:lnSpc>
            </a:pPr>
            <a:r>
              <a:rPr lang="en-US" sz="2393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Шоколадова вафла с какаова глазура и пълнеж.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64799" y="5181747"/>
            <a:ext cx="4632168" cy="124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0"/>
              </a:lnSpc>
            </a:pPr>
            <a:r>
              <a:rPr lang="en-US" sz="2393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Захар, палмово масло, пшенично брашно, какао, глюкозен сироп, E621.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64799" y="8012443"/>
            <a:ext cx="4632168" cy="82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0"/>
              </a:lnSpc>
            </a:pPr>
            <a:r>
              <a:rPr lang="en-US" sz="2393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Ще разделим съставките на вредни и полезни за здравето.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64799" y="1864361"/>
            <a:ext cx="463216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Продукт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64799" y="4695056"/>
            <a:ext cx="463216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Етикет със съставки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64799" y="7525751"/>
            <a:ext cx="463216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Какво ще анализираме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831065" y="4080753"/>
            <a:ext cx="625871" cy="601547"/>
            <a:chOff x="0" y="0"/>
            <a:chExt cx="164838" cy="1584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4838" cy="158432"/>
            </a:xfrm>
            <a:custGeom>
              <a:avLst/>
              <a:gdLst/>
              <a:ahLst/>
              <a:cxnLst/>
              <a:rect r="r" b="b" t="t" l="l"/>
              <a:pathLst>
                <a:path h="158432" w="164838">
                  <a:moveTo>
                    <a:pt x="79216" y="0"/>
                  </a:moveTo>
                  <a:lnTo>
                    <a:pt x="85622" y="0"/>
                  </a:lnTo>
                  <a:cubicBezTo>
                    <a:pt x="129372" y="0"/>
                    <a:pt x="164838" y="35466"/>
                    <a:pt x="164838" y="79216"/>
                  </a:cubicBezTo>
                  <a:lnTo>
                    <a:pt x="164838" y="79216"/>
                  </a:lnTo>
                  <a:cubicBezTo>
                    <a:pt x="164838" y="100226"/>
                    <a:pt x="156492" y="120374"/>
                    <a:pt x="141637" y="135230"/>
                  </a:cubicBezTo>
                  <a:cubicBezTo>
                    <a:pt x="126781" y="150086"/>
                    <a:pt x="106632" y="158432"/>
                    <a:pt x="85622" y="158432"/>
                  </a:cubicBezTo>
                  <a:lnTo>
                    <a:pt x="79216" y="158432"/>
                  </a:lnTo>
                  <a:cubicBezTo>
                    <a:pt x="58207" y="158432"/>
                    <a:pt x="38058" y="150086"/>
                    <a:pt x="23202" y="135230"/>
                  </a:cubicBezTo>
                  <a:cubicBezTo>
                    <a:pt x="8346" y="120374"/>
                    <a:pt x="0" y="100226"/>
                    <a:pt x="0" y="79216"/>
                  </a:cubicBezTo>
                  <a:lnTo>
                    <a:pt x="0" y="79216"/>
                  </a:lnTo>
                  <a:cubicBezTo>
                    <a:pt x="0" y="58207"/>
                    <a:pt x="8346" y="38058"/>
                    <a:pt x="23202" y="23202"/>
                  </a:cubicBezTo>
                  <a:cubicBezTo>
                    <a:pt x="38058" y="8346"/>
                    <a:pt x="58207" y="0"/>
                    <a:pt x="7921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64838" cy="196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513662" y="1497736"/>
            <a:ext cx="625871" cy="601547"/>
            <a:chOff x="0" y="0"/>
            <a:chExt cx="164838" cy="15843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4838" cy="158432"/>
            </a:xfrm>
            <a:custGeom>
              <a:avLst/>
              <a:gdLst/>
              <a:ahLst/>
              <a:cxnLst/>
              <a:rect r="r" b="b" t="t" l="l"/>
              <a:pathLst>
                <a:path h="158432" w="164838">
                  <a:moveTo>
                    <a:pt x="79216" y="0"/>
                  </a:moveTo>
                  <a:lnTo>
                    <a:pt x="85622" y="0"/>
                  </a:lnTo>
                  <a:cubicBezTo>
                    <a:pt x="129372" y="0"/>
                    <a:pt x="164838" y="35466"/>
                    <a:pt x="164838" y="79216"/>
                  </a:cubicBezTo>
                  <a:lnTo>
                    <a:pt x="164838" y="79216"/>
                  </a:lnTo>
                  <a:cubicBezTo>
                    <a:pt x="164838" y="100226"/>
                    <a:pt x="156492" y="120374"/>
                    <a:pt x="141637" y="135230"/>
                  </a:cubicBezTo>
                  <a:cubicBezTo>
                    <a:pt x="126781" y="150086"/>
                    <a:pt x="106632" y="158432"/>
                    <a:pt x="85622" y="158432"/>
                  </a:cubicBezTo>
                  <a:lnTo>
                    <a:pt x="79216" y="158432"/>
                  </a:lnTo>
                  <a:cubicBezTo>
                    <a:pt x="58207" y="158432"/>
                    <a:pt x="38058" y="150086"/>
                    <a:pt x="23202" y="135230"/>
                  </a:cubicBezTo>
                  <a:cubicBezTo>
                    <a:pt x="8346" y="120374"/>
                    <a:pt x="0" y="100226"/>
                    <a:pt x="0" y="79216"/>
                  </a:cubicBezTo>
                  <a:lnTo>
                    <a:pt x="0" y="79216"/>
                  </a:lnTo>
                  <a:cubicBezTo>
                    <a:pt x="0" y="58207"/>
                    <a:pt x="8346" y="38058"/>
                    <a:pt x="23202" y="23202"/>
                  </a:cubicBezTo>
                  <a:cubicBezTo>
                    <a:pt x="38058" y="8346"/>
                    <a:pt x="58207" y="0"/>
                    <a:pt x="7921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64838" cy="196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513662" y="6569140"/>
            <a:ext cx="625871" cy="601547"/>
            <a:chOff x="0" y="0"/>
            <a:chExt cx="164838" cy="1584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4838" cy="158432"/>
            </a:xfrm>
            <a:custGeom>
              <a:avLst/>
              <a:gdLst/>
              <a:ahLst/>
              <a:cxnLst/>
              <a:rect r="r" b="b" t="t" l="l"/>
              <a:pathLst>
                <a:path h="158432" w="164838">
                  <a:moveTo>
                    <a:pt x="79216" y="0"/>
                  </a:moveTo>
                  <a:lnTo>
                    <a:pt x="85622" y="0"/>
                  </a:lnTo>
                  <a:cubicBezTo>
                    <a:pt x="129372" y="0"/>
                    <a:pt x="164838" y="35466"/>
                    <a:pt x="164838" y="79216"/>
                  </a:cubicBezTo>
                  <a:lnTo>
                    <a:pt x="164838" y="79216"/>
                  </a:lnTo>
                  <a:cubicBezTo>
                    <a:pt x="164838" y="100226"/>
                    <a:pt x="156492" y="120374"/>
                    <a:pt x="141637" y="135230"/>
                  </a:cubicBezTo>
                  <a:cubicBezTo>
                    <a:pt x="126781" y="150086"/>
                    <a:pt x="106632" y="158432"/>
                    <a:pt x="85622" y="158432"/>
                  </a:cubicBezTo>
                  <a:lnTo>
                    <a:pt x="79216" y="158432"/>
                  </a:lnTo>
                  <a:cubicBezTo>
                    <a:pt x="58207" y="158432"/>
                    <a:pt x="38058" y="150086"/>
                    <a:pt x="23202" y="135230"/>
                  </a:cubicBezTo>
                  <a:cubicBezTo>
                    <a:pt x="8346" y="120374"/>
                    <a:pt x="0" y="100226"/>
                    <a:pt x="0" y="79216"/>
                  </a:cubicBezTo>
                  <a:lnTo>
                    <a:pt x="0" y="79216"/>
                  </a:lnTo>
                  <a:cubicBezTo>
                    <a:pt x="0" y="58207"/>
                    <a:pt x="8346" y="38058"/>
                    <a:pt x="23202" y="23202"/>
                  </a:cubicBezTo>
                  <a:cubicBezTo>
                    <a:pt x="38058" y="8346"/>
                    <a:pt x="58207" y="0"/>
                    <a:pt x="7921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64838" cy="196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8889374" y="4192601"/>
            <a:ext cx="509251" cy="322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80"/>
              </a:lnSpc>
            </a:pPr>
            <a:r>
              <a:rPr lang="en-US" b="true" sz="1914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571972" y="1609584"/>
            <a:ext cx="509251" cy="322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80"/>
              </a:lnSpc>
            </a:pPr>
            <a:r>
              <a:rPr lang="en-US" b="true" sz="1914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571972" y="6680988"/>
            <a:ext cx="509251" cy="322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80"/>
              </a:lnSpc>
            </a:pPr>
            <a:r>
              <a:rPr lang="en-US" b="true" sz="1914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8568" y="4127783"/>
            <a:ext cx="2642475" cy="1816701"/>
            <a:chOff x="0" y="0"/>
            <a:chExt cx="609600" cy="41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9600" cy="419100"/>
            </a:xfrm>
            <a:custGeom>
              <a:avLst/>
              <a:gdLst/>
              <a:ahLst/>
              <a:cxnLst/>
              <a:rect r="r" b="b" t="t" l="l"/>
              <a:pathLst>
                <a:path h="419100" w="609600">
                  <a:moveTo>
                    <a:pt x="54934" y="0"/>
                  </a:moveTo>
                  <a:lnTo>
                    <a:pt x="397565" y="0"/>
                  </a:lnTo>
                  <a:cubicBezTo>
                    <a:pt x="514669" y="0"/>
                    <a:pt x="609600" y="93819"/>
                    <a:pt x="609600" y="209550"/>
                  </a:cubicBezTo>
                  <a:cubicBezTo>
                    <a:pt x="609600" y="325281"/>
                    <a:pt x="514669" y="419100"/>
                    <a:pt x="397565" y="419100"/>
                  </a:cubicBezTo>
                  <a:lnTo>
                    <a:pt x="54934" y="419100"/>
                  </a:lnTo>
                  <a:cubicBezTo>
                    <a:pt x="24595" y="419100"/>
                    <a:pt x="0" y="394505"/>
                    <a:pt x="0" y="364166"/>
                  </a:cubicBezTo>
                  <a:lnTo>
                    <a:pt x="0" y="54934"/>
                  </a:lnTo>
                  <a:cubicBezTo>
                    <a:pt x="0" y="24595"/>
                    <a:pt x="24595" y="0"/>
                    <a:pt x="54934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5400" y="-38100"/>
              <a:ext cx="3810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8568" y="6181002"/>
            <a:ext cx="2642475" cy="1816701"/>
            <a:chOff x="0" y="0"/>
            <a:chExt cx="609600" cy="419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9600" cy="419100"/>
            </a:xfrm>
            <a:custGeom>
              <a:avLst/>
              <a:gdLst/>
              <a:ahLst/>
              <a:cxnLst/>
              <a:rect r="r" b="b" t="t" l="l"/>
              <a:pathLst>
                <a:path h="419100" w="609600">
                  <a:moveTo>
                    <a:pt x="54934" y="0"/>
                  </a:moveTo>
                  <a:lnTo>
                    <a:pt x="397565" y="0"/>
                  </a:lnTo>
                  <a:cubicBezTo>
                    <a:pt x="514669" y="0"/>
                    <a:pt x="609600" y="93819"/>
                    <a:pt x="609600" y="209550"/>
                  </a:cubicBezTo>
                  <a:cubicBezTo>
                    <a:pt x="609600" y="325281"/>
                    <a:pt x="514669" y="419100"/>
                    <a:pt x="397565" y="419100"/>
                  </a:cubicBezTo>
                  <a:lnTo>
                    <a:pt x="54934" y="419100"/>
                  </a:lnTo>
                  <a:cubicBezTo>
                    <a:pt x="24595" y="419100"/>
                    <a:pt x="0" y="394505"/>
                    <a:pt x="0" y="364166"/>
                  </a:cubicBezTo>
                  <a:lnTo>
                    <a:pt x="0" y="54934"/>
                  </a:lnTo>
                  <a:cubicBezTo>
                    <a:pt x="0" y="24595"/>
                    <a:pt x="24595" y="0"/>
                    <a:pt x="54934" y="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5400" y="-38100"/>
              <a:ext cx="3810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6181986" y="4127783"/>
            <a:ext cx="2642475" cy="1816701"/>
            <a:chOff x="0" y="0"/>
            <a:chExt cx="609600" cy="41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9600" cy="419100"/>
            </a:xfrm>
            <a:custGeom>
              <a:avLst/>
              <a:gdLst/>
              <a:ahLst/>
              <a:cxnLst/>
              <a:rect r="r" b="b" t="t" l="l"/>
              <a:pathLst>
                <a:path h="419100" w="609600">
                  <a:moveTo>
                    <a:pt x="54934" y="0"/>
                  </a:moveTo>
                  <a:lnTo>
                    <a:pt x="397565" y="0"/>
                  </a:lnTo>
                  <a:cubicBezTo>
                    <a:pt x="514669" y="0"/>
                    <a:pt x="609600" y="93819"/>
                    <a:pt x="609600" y="209550"/>
                  </a:cubicBezTo>
                  <a:cubicBezTo>
                    <a:pt x="609600" y="325281"/>
                    <a:pt x="514669" y="419100"/>
                    <a:pt x="397565" y="419100"/>
                  </a:cubicBezTo>
                  <a:lnTo>
                    <a:pt x="54934" y="419100"/>
                  </a:lnTo>
                  <a:cubicBezTo>
                    <a:pt x="24595" y="419100"/>
                    <a:pt x="0" y="394505"/>
                    <a:pt x="0" y="364166"/>
                  </a:cubicBezTo>
                  <a:lnTo>
                    <a:pt x="0" y="54934"/>
                  </a:lnTo>
                  <a:cubicBezTo>
                    <a:pt x="0" y="24595"/>
                    <a:pt x="24595" y="0"/>
                    <a:pt x="54934" y="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25400" y="-38100"/>
              <a:ext cx="3810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6181986" y="6181002"/>
            <a:ext cx="2642475" cy="1816701"/>
            <a:chOff x="0" y="0"/>
            <a:chExt cx="609600" cy="419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9600" cy="419100"/>
            </a:xfrm>
            <a:custGeom>
              <a:avLst/>
              <a:gdLst/>
              <a:ahLst/>
              <a:cxnLst/>
              <a:rect r="r" b="b" t="t" l="l"/>
              <a:pathLst>
                <a:path h="419100" w="609600">
                  <a:moveTo>
                    <a:pt x="54934" y="0"/>
                  </a:moveTo>
                  <a:lnTo>
                    <a:pt x="397565" y="0"/>
                  </a:lnTo>
                  <a:cubicBezTo>
                    <a:pt x="514669" y="0"/>
                    <a:pt x="609600" y="93819"/>
                    <a:pt x="609600" y="209550"/>
                  </a:cubicBezTo>
                  <a:cubicBezTo>
                    <a:pt x="609600" y="325281"/>
                    <a:pt x="514669" y="419100"/>
                    <a:pt x="397565" y="419100"/>
                  </a:cubicBezTo>
                  <a:lnTo>
                    <a:pt x="54934" y="419100"/>
                  </a:lnTo>
                  <a:cubicBezTo>
                    <a:pt x="24595" y="419100"/>
                    <a:pt x="0" y="394505"/>
                    <a:pt x="0" y="364166"/>
                  </a:cubicBezTo>
                  <a:lnTo>
                    <a:pt x="0" y="54934"/>
                  </a:lnTo>
                  <a:cubicBezTo>
                    <a:pt x="0" y="24595"/>
                    <a:pt x="24595" y="0"/>
                    <a:pt x="54934" y="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25400" y="-38100"/>
              <a:ext cx="3810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6588" y="1114425"/>
            <a:ext cx="8487116" cy="666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96"/>
              </a:lnSpc>
            </a:pPr>
            <a:r>
              <a:rPr lang="en-US" b="true" sz="4996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Вредни съставки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52787" y="2014591"/>
            <a:ext cx="8982426" cy="414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24"/>
              </a:lnSpc>
            </a:pPr>
            <a:r>
              <a:rPr lang="en-US" sz="2445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Съставки, които могат да навредят на здравето ви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3397745"/>
            <a:ext cx="118737" cy="973383"/>
            <a:chOff x="0" y="0"/>
            <a:chExt cx="31272" cy="2563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7456086"/>
            <a:ext cx="118737" cy="973383"/>
            <a:chOff x="0" y="0"/>
            <a:chExt cx="31272" cy="2563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999496" y="3234745"/>
            <a:ext cx="118737" cy="973383"/>
            <a:chOff x="0" y="0"/>
            <a:chExt cx="31272" cy="2563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88051" y="7456086"/>
            <a:ext cx="118737" cy="973383"/>
            <a:chOff x="0" y="0"/>
            <a:chExt cx="31272" cy="2563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567782" y="3836812"/>
            <a:ext cx="4632168" cy="84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4"/>
              </a:lnSpc>
            </a:pPr>
            <a:r>
              <a:rPr lang="en-US" sz="2445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Повишава нивата на лошия холестерол в кръвта.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67782" y="7895153"/>
            <a:ext cx="4632168" cy="84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4"/>
              </a:lnSpc>
            </a:pPr>
            <a:r>
              <a:rPr lang="en-US" sz="2445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Може да причини главоболие и повишен апетит.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67782" y="3350120"/>
            <a:ext cx="3419812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Палмово масло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67782" y="7408461"/>
            <a:ext cx="4255751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E621 (глутамат)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38577" y="3673812"/>
            <a:ext cx="4632168" cy="84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4"/>
              </a:lnSpc>
            </a:pPr>
            <a:r>
              <a:rPr lang="en-US" sz="2445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Увеличава риска от диабет тип 2 и затлъстяване.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627132" y="7895153"/>
            <a:ext cx="4632168" cy="84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4"/>
              </a:lnSpc>
            </a:pPr>
            <a:r>
              <a:rPr lang="en-US" sz="2445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Могат да предизвикат алергични реакции.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38577" y="3187120"/>
            <a:ext cx="4720723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Глюкозо-фруктозен сироп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627132" y="7408461"/>
            <a:ext cx="4233327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Консерванти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7190685" y="4402026"/>
            <a:ext cx="817890" cy="821596"/>
          </a:xfrm>
          <a:custGeom>
            <a:avLst/>
            <a:gdLst/>
            <a:ahLst/>
            <a:cxnLst/>
            <a:rect r="r" b="b" t="t" l="l"/>
            <a:pathLst>
              <a:path h="821596" w="817890">
                <a:moveTo>
                  <a:pt x="0" y="0"/>
                </a:moveTo>
                <a:lnTo>
                  <a:pt x="817889" y="0"/>
                </a:lnTo>
                <a:lnTo>
                  <a:pt x="817889" y="821596"/>
                </a:lnTo>
                <a:lnTo>
                  <a:pt x="0" y="821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892412" y="4472119"/>
            <a:ext cx="824789" cy="875465"/>
          </a:xfrm>
          <a:custGeom>
            <a:avLst/>
            <a:gdLst/>
            <a:ahLst/>
            <a:cxnLst/>
            <a:rect r="r" b="b" t="t" l="l"/>
            <a:pathLst>
              <a:path h="875465" w="824789">
                <a:moveTo>
                  <a:pt x="0" y="0"/>
                </a:moveTo>
                <a:lnTo>
                  <a:pt x="824789" y="0"/>
                </a:lnTo>
                <a:lnTo>
                  <a:pt x="824789" y="875464"/>
                </a:lnTo>
                <a:lnTo>
                  <a:pt x="0" y="875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7251786" y="6650042"/>
            <a:ext cx="678741" cy="754771"/>
          </a:xfrm>
          <a:custGeom>
            <a:avLst/>
            <a:gdLst/>
            <a:ahLst/>
            <a:cxnLst/>
            <a:rect r="r" b="b" t="t" l="l"/>
            <a:pathLst>
              <a:path h="754771" w="678741">
                <a:moveTo>
                  <a:pt x="0" y="0"/>
                </a:moveTo>
                <a:lnTo>
                  <a:pt x="678741" y="0"/>
                </a:lnTo>
                <a:lnTo>
                  <a:pt x="678741" y="754772"/>
                </a:lnTo>
                <a:lnTo>
                  <a:pt x="0" y="7547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804680" y="6610550"/>
            <a:ext cx="878046" cy="790892"/>
          </a:xfrm>
          <a:custGeom>
            <a:avLst/>
            <a:gdLst/>
            <a:ahLst/>
            <a:cxnLst/>
            <a:rect r="r" b="b" t="t" l="l"/>
            <a:pathLst>
              <a:path h="790892" w="878046">
                <a:moveTo>
                  <a:pt x="0" y="0"/>
                </a:moveTo>
                <a:lnTo>
                  <a:pt x="878046" y="0"/>
                </a:lnTo>
                <a:lnTo>
                  <a:pt x="878046" y="790892"/>
                </a:lnTo>
                <a:lnTo>
                  <a:pt x="0" y="7908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09195" y="1028700"/>
            <a:ext cx="2634805" cy="3065955"/>
            <a:chOff x="0" y="0"/>
            <a:chExt cx="6985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3623"/>
              <a:ext cx="698500" cy="785555"/>
            </a:xfrm>
            <a:custGeom>
              <a:avLst/>
              <a:gdLst/>
              <a:ahLst/>
              <a:cxnLst/>
              <a:rect r="r" b="b" t="t" l="l"/>
              <a:pathLst>
                <a:path h="785555" w="698500">
                  <a:moveTo>
                    <a:pt x="392902" y="11774"/>
                  </a:moveTo>
                  <a:lnTo>
                    <a:pt x="654848" y="164180"/>
                  </a:lnTo>
                  <a:cubicBezTo>
                    <a:pt x="681874" y="179904"/>
                    <a:pt x="698500" y="208812"/>
                    <a:pt x="698500" y="240080"/>
                  </a:cubicBezTo>
                  <a:lnTo>
                    <a:pt x="698500" y="545475"/>
                  </a:lnTo>
                  <a:cubicBezTo>
                    <a:pt x="698500" y="576742"/>
                    <a:pt x="681874" y="605650"/>
                    <a:pt x="654848" y="621374"/>
                  </a:cubicBezTo>
                  <a:lnTo>
                    <a:pt x="392902" y="773780"/>
                  </a:lnTo>
                  <a:cubicBezTo>
                    <a:pt x="365918" y="789479"/>
                    <a:pt x="332582" y="789479"/>
                    <a:pt x="305598" y="773780"/>
                  </a:cubicBezTo>
                  <a:lnTo>
                    <a:pt x="43652" y="621374"/>
                  </a:lnTo>
                  <a:cubicBezTo>
                    <a:pt x="16626" y="605650"/>
                    <a:pt x="0" y="576742"/>
                    <a:pt x="0" y="545475"/>
                  </a:cubicBezTo>
                  <a:lnTo>
                    <a:pt x="0" y="240080"/>
                  </a:lnTo>
                  <a:cubicBezTo>
                    <a:pt x="0" y="208812"/>
                    <a:pt x="16626" y="179904"/>
                    <a:pt x="43652" y="164180"/>
                  </a:cubicBezTo>
                  <a:lnTo>
                    <a:pt x="305598" y="11774"/>
                  </a:lnTo>
                  <a:cubicBezTo>
                    <a:pt x="332582" y="-3925"/>
                    <a:pt x="365918" y="-3925"/>
                    <a:pt x="392902" y="1177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26598" y="3610523"/>
            <a:ext cx="2634805" cy="3065955"/>
            <a:chOff x="0" y="0"/>
            <a:chExt cx="6985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3623"/>
              <a:ext cx="698500" cy="785555"/>
            </a:xfrm>
            <a:custGeom>
              <a:avLst/>
              <a:gdLst/>
              <a:ahLst/>
              <a:cxnLst/>
              <a:rect r="r" b="b" t="t" l="l"/>
              <a:pathLst>
                <a:path h="785555" w="698500">
                  <a:moveTo>
                    <a:pt x="392902" y="11774"/>
                  </a:moveTo>
                  <a:lnTo>
                    <a:pt x="654848" y="164180"/>
                  </a:lnTo>
                  <a:cubicBezTo>
                    <a:pt x="681874" y="179904"/>
                    <a:pt x="698500" y="208812"/>
                    <a:pt x="698500" y="240080"/>
                  </a:cubicBezTo>
                  <a:lnTo>
                    <a:pt x="698500" y="545475"/>
                  </a:lnTo>
                  <a:cubicBezTo>
                    <a:pt x="698500" y="576742"/>
                    <a:pt x="681874" y="605650"/>
                    <a:pt x="654848" y="621374"/>
                  </a:cubicBezTo>
                  <a:lnTo>
                    <a:pt x="392902" y="773780"/>
                  </a:lnTo>
                  <a:cubicBezTo>
                    <a:pt x="365918" y="789479"/>
                    <a:pt x="332582" y="789479"/>
                    <a:pt x="305598" y="773780"/>
                  </a:cubicBezTo>
                  <a:lnTo>
                    <a:pt x="43652" y="621374"/>
                  </a:lnTo>
                  <a:cubicBezTo>
                    <a:pt x="16626" y="605650"/>
                    <a:pt x="0" y="576742"/>
                    <a:pt x="0" y="545475"/>
                  </a:cubicBezTo>
                  <a:lnTo>
                    <a:pt x="0" y="240080"/>
                  </a:lnTo>
                  <a:cubicBezTo>
                    <a:pt x="0" y="208812"/>
                    <a:pt x="16626" y="179904"/>
                    <a:pt x="43652" y="164180"/>
                  </a:cubicBezTo>
                  <a:lnTo>
                    <a:pt x="305598" y="11774"/>
                  </a:lnTo>
                  <a:cubicBezTo>
                    <a:pt x="332582" y="-3925"/>
                    <a:pt x="365918" y="-3925"/>
                    <a:pt x="392902" y="11774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09195" y="6192345"/>
            <a:ext cx="2634805" cy="3065955"/>
            <a:chOff x="0" y="0"/>
            <a:chExt cx="6985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13623"/>
              <a:ext cx="698500" cy="785555"/>
            </a:xfrm>
            <a:custGeom>
              <a:avLst/>
              <a:gdLst/>
              <a:ahLst/>
              <a:cxnLst/>
              <a:rect r="r" b="b" t="t" l="l"/>
              <a:pathLst>
                <a:path h="785555" w="698500">
                  <a:moveTo>
                    <a:pt x="392902" y="11774"/>
                  </a:moveTo>
                  <a:lnTo>
                    <a:pt x="654848" y="164180"/>
                  </a:lnTo>
                  <a:cubicBezTo>
                    <a:pt x="681874" y="179904"/>
                    <a:pt x="698500" y="208812"/>
                    <a:pt x="698500" y="240080"/>
                  </a:cubicBezTo>
                  <a:lnTo>
                    <a:pt x="698500" y="545475"/>
                  </a:lnTo>
                  <a:cubicBezTo>
                    <a:pt x="698500" y="576742"/>
                    <a:pt x="681874" y="605650"/>
                    <a:pt x="654848" y="621374"/>
                  </a:cubicBezTo>
                  <a:lnTo>
                    <a:pt x="392902" y="773780"/>
                  </a:lnTo>
                  <a:cubicBezTo>
                    <a:pt x="365918" y="789479"/>
                    <a:pt x="332582" y="789479"/>
                    <a:pt x="305598" y="773780"/>
                  </a:cubicBezTo>
                  <a:lnTo>
                    <a:pt x="43652" y="621374"/>
                  </a:lnTo>
                  <a:cubicBezTo>
                    <a:pt x="16626" y="605650"/>
                    <a:pt x="0" y="576742"/>
                    <a:pt x="0" y="545475"/>
                  </a:cubicBezTo>
                  <a:lnTo>
                    <a:pt x="0" y="240080"/>
                  </a:lnTo>
                  <a:cubicBezTo>
                    <a:pt x="0" y="208812"/>
                    <a:pt x="16626" y="179904"/>
                    <a:pt x="43652" y="164180"/>
                  </a:cubicBezTo>
                  <a:lnTo>
                    <a:pt x="305598" y="11774"/>
                  </a:lnTo>
                  <a:cubicBezTo>
                    <a:pt x="332582" y="-3925"/>
                    <a:pt x="365918" y="-3925"/>
                    <a:pt x="392902" y="11774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725717" y="1911986"/>
            <a:ext cx="118737" cy="973383"/>
            <a:chOff x="0" y="0"/>
            <a:chExt cx="31272" cy="2563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25717" y="4742681"/>
            <a:ext cx="118737" cy="973383"/>
            <a:chOff x="0" y="0"/>
            <a:chExt cx="31272" cy="2563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25717" y="7573376"/>
            <a:ext cx="118737" cy="973383"/>
            <a:chOff x="0" y="0"/>
            <a:chExt cx="31272" cy="2563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308255" y="2148330"/>
            <a:ext cx="1156711" cy="1115982"/>
          </a:xfrm>
          <a:custGeom>
            <a:avLst/>
            <a:gdLst/>
            <a:ahLst/>
            <a:cxnLst/>
            <a:rect r="r" b="b" t="t" l="l"/>
            <a:pathLst>
              <a:path h="1115982" w="1156711">
                <a:moveTo>
                  <a:pt x="0" y="0"/>
                </a:moveTo>
                <a:lnTo>
                  <a:pt x="1156711" y="0"/>
                </a:lnTo>
                <a:lnTo>
                  <a:pt x="1156711" y="1115982"/>
                </a:lnTo>
                <a:lnTo>
                  <a:pt x="0" y="11159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637671" y="4495602"/>
            <a:ext cx="989447" cy="1926265"/>
          </a:xfrm>
          <a:custGeom>
            <a:avLst/>
            <a:gdLst/>
            <a:ahLst/>
            <a:cxnLst/>
            <a:rect r="r" b="b" t="t" l="l"/>
            <a:pathLst>
              <a:path h="1926265" w="989447">
                <a:moveTo>
                  <a:pt x="0" y="0"/>
                </a:moveTo>
                <a:lnTo>
                  <a:pt x="989448" y="0"/>
                </a:lnTo>
                <a:lnTo>
                  <a:pt x="989448" y="1926264"/>
                </a:lnTo>
                <a:lnTo>
                  <a:pt x="0" y="1926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360727" y="7158375"/>
            <a:ext cx="1148124" cy="1664134"/>
          </a:xfrm>
          <a:custGeom>
            <a:avLst/>
            <a:gdLst/>
            <a:ahLst/>
            <a:cxnLst/>
            <a:rect r="r" b="b" t="t" l="l"/>
            <a:pathLst>
              <a:path h="1664134" w="1148124">
                <a:moveTo>
                  <a:pt x="0" y="0"/>
                </a:moveTo>
                <a:lnTo>
                  <a:pt x="1148123" y="0"/>
                </a:lnTo>
                <a:lnTo>
                  <a:pt x="1148123" y="1664134"/>
                </a:lnTo>
                <a:lnTo>
                  <a:pt x="0" y="16641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4438677"/>
            <a:ext cx="4481438" cy="458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68"/>
              </a:lnSpc>
            </a:pPr>
            <a:r>
              <a:rPr lang="en-US" b="true" sz="3400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Невредни съставки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8925" y="5423955"/>
            <a:ext cx="4960143" cy="127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5"/>
              </a:lnSpc>
            </a:pPr>
            <a:r>
              <a:rPr lang="en-US" sz="2432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Полезни съставки, които подпомагат здравето и доброто самочувствие.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64799" y="2351052"/>
            <a:ext cx="4632168" cy="127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5"/>
              </a:lnSpc>
            </a:pPr>
            <a:r>
              <a:rPr lang="en-US" sz="2432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Богато на антиоксиданти, които защитават клетките от увреждане.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64799" y="5181747"/>
            <a:ext cx="4632168" cy="127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5"/>
              </a:lnSpc>
            </a:pPr>
            <a:r>
              <a:rPr lang="en-US" sz="2432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Полезен за храносмилането и поддържа здрава чревна флора.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64799" y="8012443"/>
            <a:ext cx="4632168" cy="843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5"/>
              </a:lnSpc>
            </a:pPr>
            <a:r>
              <a:rPr lang="en-US" sz="2432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Осигурява калций и протеини за здрави кости и мускули.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64799" y="1864361"/>
            <a:ext cx="463216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Какао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64799" y="4695056"/>
            <a:ext cx="463216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Овес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64799" y="7525751"/>
            <a:ext cx="463216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Мляко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831065" y="4080753"/>
            <a:ext cx="625871" cy="601547"/>
            <a:chOff x="0" y="0"/>
            <a:chExt cx="164838" cy="1584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4838" cy="158432"/>
            </a:xfrm>
            <a:custGeom>
              <a:avLst/>
              <a:gdLst/>
              <a:ahLst/>
              <a:cxnLst/>
              <a:rect r="r" b="b" t="t" l="l"/>
              <a:pathLst>
                <a:path h="158432" w="164838">
                  <a:moveTo>
                    <a:pt x="79216" y="0"/>
                  </a:moveTo>
                  <a:lnTo>
                    <a:pt x="85622" y="0"/>
                  </a:lnTo>
                  <a:cubicBezTo>
                    <a:pt x="129372" y="0"/>
                    <a:pt x="164838" y="35466"/>
                    <a:pt x="164838" y="79216"/>
                  </a:cubicBezTo>
                  <a:lnTo>
                    <a:pt x="164838" y="79216"/>
                  </a:lnTo>
                  <a:cubicBezTo>
                    <a:pt x="164838" y="100226"/>
                    <a:pt x="156492" y="120374"/>
                    <a:pt x="141637" y="135230"/>
                  </a:cubicBezTo>
                  <a:cubicBezTo>
                    <a:pt x="126781" y="150086"/>
                    <a:pt x="106632" y="158432"/>
                    <a:pt x="85622" y="158432"/>
                  </a:cubicBezTo>
                  <a:lnTo>
                    <a:pt x="79216" y="158432"/>
                  </a:lnTo>
                  <a:cubicBezTo>
                    <a:pt x="58207" y="158432"/>
                    <a:pt x="38058" y="150086"/>
                    <a:pt x="23202" y="135230"/>
                  </a:cubicBezTo>
                  <a:cubicBezTo>
                    <a:pt x="8346" y="120374"/>
                    <a:pt x="0" y="100226"/>
                    <a:pt x="0" y="79216"/>
                  </a:cubicBezTo>
                  <a:lnTo>
                    <a:pt x="0" y="79216"/>
                  </a:lnTo>
                  <a:cubicBezTo>
                    <a:pt x="0" y="58207"/>
                    <a:pt x="8346" y="38058"/>
                    <a:pt x="23202" y="23202"/>
                  </a:cubicBezTo>
                  <a:cubicBezTo>
                    <a:pt x="38058" y="8346"/>
                    <a:pt x="58207" y="0"/>
                    <a:pt x="7921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64838" cy="196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513662" y="1497736"/>
            <a:ext cx="625871" cy="601547"/>
            <a:chOff x="0" y="0"/>
            <a:chExt cx="164838" cy="15843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4838" cy="158432"/>
            </a:xfrm>
            <a:custGeom>
              <a:avLst/>
              <a:gdLst/>
              <a:ahLst/>
              <a:cxnLst/>
              <a:rect r="r" b="b" t="t" l="l"/>
              <a:pathLst>
                <a:path h="158432" w="164838">
                  <a:moveTo>
                    <a:pt x="79216" y="0"/>
                  </a:moveTo>
                  <a:lnTo>
                    <a:pt x="85622" y="0"/>
                  </a:lnTo>
                  <a:cubicBezTo>
                    <a:pt x="129372" y="0"/>
                    <a:pt x="164838" y="35466"/>
                    <a:pt x="164838" y="79216"/>
                  </a:cubicBezTo>
                  <a:lnTo>
                    <a:pt x="164838" y="79216"/>
                  </a:lnTo>
                  <a:cubicBezTo>
                    <a:pt x="164838" y="100226"/>
                    <a:pt x="156492" y="120374"/>
                    <a:pt x="141637" y="135230"/>
                  </a:cubicBezTo>
                  <a:cubicBezTo>
                    <a:pt x="126781" y="150086"/>
                    <a:pt x="106632" y="158432"/>
                    <a:pt x="85622" y="158432"/>
                  </a:cubicBezTo>
                  <a:lnTo>
                    <a:pt x="79216" y="158432"/>
                  </a:lnTo>
                  <a:cubicBezTo>
                    <a:pt x="58207" y="158432"/>
                    <a:pt x="38058" y="150086"/>
                    <a:pt x="23202" y="135230"/>
                  </a:cubicBezTo>
                  <a:cubicBezTo>
                    <a:pt x="8346" y="120374"/>
                    <a:pt x="0" y="100226"/>
                    <a:pt x="0" y="79216"/>
                  </a:cubicBezTo>
                  <a:lnTo>
                    <a:pt x="0" y="79216"/>
                  </a:lnTo>
                  <a:cubicBezTo>
                    <a:pt x="0" y="58207"/>
                    <a:pt x="8346" y="38058"/>
                    <a:pt x="23202" y="23202"/>
                  </a:cubicBezTo>
                  <a:cubicBezTo>
                    <a:pt x="38058" y="8346"/>
                    <a:pt x="58207" y="0"/>
                    <a:pt x="7921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64838" cy="196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513662" y="6569140"/>
            <a:ext cx="625871" cy="601547"/>
            <a:chOff x="0" y="0"/>
            <a:chExt cx="164838" cy="1584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4838" cy="158432"/>
            </a:xfrm>
            <a:custGeom>
              <a:avLst/>
              <a:gdLst/>
              <a:ahLst/>
              <a:cxnLst/>
              <a:rect r="r" b="b" t="t" l="l"/>
              <a:pathLst>
                <a:path h="158432" w="164838">
                  <a:moveTo>
                    <a:pt x="79216" y="0"/>
                  </a:moveTo>
                  <a:lnTo>
                    <a:pt x="85622" y="0"/>
                  </a:lnTo>
                  <a:cubicBezTo>
                    <a:pt x="129372" y="0"/>
                    <a:pt x="164838" y="35466"/>
                    <a:pt x="164838" y="79216"/>
                  </a:cubicBezTo>
                  <a:lnTo>
                    <a:pt x="164838" y="79216"/>
                  </a:lnTo>
                  <a:cubicBezTo>
                    <a:pt x="164838" y="100226"/>
                    <a:pt x="156492" y="120374"/>
                    <a:pt x="141637" y="135230"/>
                  </a:cubicBezTo>
                  <a:cubicBezTo>
                    <a:pt x="126781" y="150086"/>
                    <a:pt x="106632" y="158432"/>
                    <a:pt x="85622" y="158432"/>
                  </a:cubicBezTo>
                  <a:lnTo>
                    <a:pt x="79216" y="158432"/>
                  </a:lnTo>
                  <a:cubicBezTo>
                    <a:pt x="58207" y="158432"/>
                    <a:pt x="38058" y="150086"/>
                    <a:pt x="23202" y="135230"/>
                  </a:cubicBezTo>
                  <a:cubicBezTo>
                    <a:pt x="8346" y="120374"/>
                    <a:pt x="0" y="100226"/>
                    <a:pt x="0" y="79216"/>
                  </a:cubicBezTo>
                  <a:lnTo>
                    <a:pt x="0" y="79216"/>
                  </a:lnTo>
                  <a:cubicBezTo>
                    <a:pt x="0" y="58207"/>
                    <a:pt x="8346" y="38058"/>
                    <a:pt x="23202" y="23202"/>
                  </a:cubicBezTo>
                  <a:cubicBezTo>
                    <a:pt x="38058" y="8346"/>
                    <a:pt x="58207" y="0"/>
                    <a:pt x="7921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64838" cy="196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8889374" y="4202126"/>
            <a:ext cx="509251" cy="32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4"/>
              </a:lnSpc>
            </a:pPr>
            <a:r>
              <a:rPr lang="en-US" b="true" sz="1946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571972" y="1619109"/>
            <a:ext cx="509251" cy="32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4"/>
              </a:lnSpc>
            </a:pPr>
            <a:r>
              <a:rPr lang="en-US" b="true" sz="1946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571972" y="6690513"/>
            <a:ext cx="509251" cy="32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4"/>
              </a:lnSpc>
            </a:pPr>
            <a:r>
              <a:rPr lang="en-US" b="true" sz="1946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52787" y="3471862"/>
            <a:ext cx="3086100" cy="2314575"/>
            <a:chOff x="0" y="0"/>
            <a:chExt cx="8128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609" y="0"/>
              <a:ext cx="787582" cy="609600"/>
            </a:xfrm>
            <a:custGeom>
              <a:avLst/>
              <a:gdLst/>
              <a:ahLst/>
              <a:cxnLst/>
              <a:rect r="r" b="b" t="t" l="l"/>
              <a:pathLst>
                <a:path h="609600" w="787582">
                  <a:moveTo>
                    <a:pt x="235747" y="0"/>
                  </a:moveTo>
                  <a:lnTo>
                    <a:pt x="755035" y="0"/>
                  </a:lnTo>
                  <a:cubicBezTo>
                    <a:pt x="765497" y="0"/>
                    <a:pt x="775321" y="5029"/>
                    <a:pt x="781438" y="13516"/>
                  </a:cubicBezTo>
                  <a:cubicBezTo>
                    <a:pt x="787555" y="22003"/>
                    <a:pt x="789220" y="32913"/>
                    <a:pt x="785912" y="42838"/>
                  </a:cubicBezTo>
                  <a:lnTo>
                    <a:pt x="611270" y="566762"/>
                  </a:lnTo>
                  <a:cubicBezTo>
                    <a:pt x="602743" y="592344"/>
                    <a:pt x="578802" y="609600"/>
                    <a:pt x="551835" y="609600"/>
                  </a:cubicBezTo>
                  <a:lnTo>
                    <a:pt x="32547" y="609600"/>
                  </a:lnTo>
                  <a:cubicBezTo>
                    <a:pt x="22085" y="609600"/>
                    <a:pt x="12261" y="604571"/>
                    <a:pt x="6144" y="596084"/>
                  </a:cubicBezTo>
                  <a:cubicBezTo>
                    <a:pt x="27" y="587597"/>
                    <a:pt x="-1638" y="576687"/>
                    <a:pt x="1670" y="566762"/>
                  </a:cubicBezTo>
                  <a:lnTo>
                    <a:pt x="176312" y="42838"/>
                  </a:lnTo>
                  <a:cubicBezTo>
                    <a:pt x="184839" y="17256"/>
                    <a:pt x="208780" y="0"/>
                    <a:pt x="235747" y="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33824" y="4629150"/>
            <a:ext cx="3086100" cy="2314575"/>
            <a:chOff x="0" y="0"/>
            <a:chExt cx="8128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609" y="0"/>
              <a:ext cx="787582" cy="609600"/>
            </a:xfrm>
            <a:custGeom>
              <a:avLst/>
              <a:gdLst/>
              <a:ahLst/>
              <a:cxnLst/>
              <a:rect r="r" b="b" t="t" l="l"/>
              <a:pathLst>
                <a:path h="609600" w="787582">
                  <a:moveTo>
                    <a:pt x="235747" y="0"/>
                  </a:moveTo>
                  <a:lnTo>
                    <a:pt x="755035" y="0"/>
                  </a:lnTo>
                  <a:cubicBezTo>
                    <a:pt x="765497" y="0"/>
                    <a:pt x="775321" y="5029"/>
                    <a:pt x="781438" y="13516"/>
                  </a:cubicBezTo>
                  <a:cubicBezTo>
                    <a:pt x="787555" y="22003"/>
                    <a:pt x="789220" y="32913"/>
                    <a:pt x="785912" y="42838"/>
                  </a:cubicBezTo>
                  <a:lnTo>
                    <a:pt x="611270" y="566762"/>
                  </a:lnTo>
                  <a:cubicBezTo>
                    <a:pt x="602743" y="592344"/>
                    <a:pt x="578802" y="609600"/>
                    <a:pt x="551835" y="609600"/>
                  </a:cubicBezTo>
                  <a:lnTo>
                    <a:pt x="32547" y="609600"/>
                  </a:lnTo>
                  <a:cubicBezTo>
                    <a:pt x="22085" y="609600"/>
                    <a:pt x="12261" y="604571"/>
                    <a:pt x="6144" y="596084"/>
                  </a:cubicBezTo>
                  <a:cubicBezTo>
                    <a:pt x="27" y="587597"/>
                    <a:pt x="-1638" y="576687"/>
                    <a:pt x="1670" y="566762"/>
                  </a:cubicBezTo>
                  <a:lnTo>
                    <a:pt x="176312" y="42838"/>
                  </a:lnTo>
                  <a:cubicBezTo>
                    <a:pt x="184839" y="17256"/>
                    <a:pt x="208780" y="0"/>
                    <a:pt x="235747" y="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802377" y="5786437"/>
            <a:ext cx="3086100" cy="2314575"/>
            <a:chOff x="0" y="0"/>
            <a:chExt cx="81280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609" y="0"/>
              <a:ext cx="787582" cy="609600"/>
            </a:xfrm>
            <a:custGeom>
              <a:avLst/>
              <a:gdLst/>
              <a:ahLst/>
              <a:cxnLst/>
              <a:rect r="r" b="b" t="t" l="l"/>
              <a:pathLst>
                <a:path h="609600" w="787582">
                  <a:moveTo>
                    <a:pt x="235747" y="0"/>
                  </a:moveTo>
                  <a:lnTo>
                    <a:pt x="755035" y="0"/>
                  </a:lnTo>
                  <a:cubicBezTo>
                    <a:pt x="765497" y="0"/>
                    <a:pt x="775321" y="5029"/>
                    <a:pt x="781438" y="13516"/>
                  </a:cubicBezTo>
                  <a:cubicBezTo>
                    <a:pt x="787555" y="22003"/>
                    <a:pt x="789220" y="32913"/>
                    <a:pt x="785912" y="42838"/>
                  </a:cubicBezTo>
                  <a:lnTo>
                    <a:pt x="611270" y="566762"/>
                  </a:lnTo>
                  <a:cubicBezTo>
                    <a:pt x="602743" y="592344"/>
                    <a:pt x="578802" y="609600"/>
                    <a:pt x="551835" y="609600"/>
                  </a:cubicBezTo>
                  <a:lnTo>
                    <a:pt x="32547" y="609600"/>
                  </a:lnTo>
                  <a:cubicBezTo>
                    <a:pt x="22085" y="609600"/>
                    <a:pt x="12261" y="604571"/>
                    <a:pt x="6144" y="596084"/>
                  </a:cubicBezTo>
                  <a:cubicBezTo>
                    <a:pt x="27" y="587597"/>
                    <a:pt x="-1638" y="576687"/>
                    <a:pt x="1670" y="566762"/>
                  </a:cubicBezTo>
                  <a:lnTo>
                    <a:pt x="176312" y="42838"/>
                  </a:lnTo>
                  <a:cubicBezTo>
                    <a:pt x="184839" y="17256"/>
                    <a:pt x="208780" y="0"/>
                    <a:pt x="235747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70930" y="6943725"/>
            <a:ext cx="3086100" cy="2314575"/>
            <a:chOff x="0" y="0"/>
            <a:chExt cx="8128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609" y="0"/>
              <a:ext cx="787582" cy="609600"/>
            </a:xfrm>
            <a:custGeom>
              <a:avLst/>
              <a:gdLst/>
              <a:ahLst/>
              <a:cxnLst/>
              <a:rect r="r" b="b" t="t" l="l"/>
              <a:pathLst>
                <a:path h="609600" w="787582">
                  <a:moveTo>
                    <a:pt x="235747" y="0"/>
                  </a:moveTo>
                  <a:lnTo>
                    <a:pt x="755035" y="0"/>
                  </a:lnTo>
                  <a:cubicBezTo>
                    <a:pt x="765497" y="0"/>
                    <a:pt x="775321" y="5029"/>
                    <a:pt x="781438" y="13516"/>
                  </a:cubicBezTo>
                  <a:cubicBezTo>
                    <a:pt x="787555" y="22003"/>
                    <a:pt x="789220" y="32913"/>
                    <a:pt x="785912" y="42838"/>
                  </a:cubicBezTo>
                  <a:lnTo>
                    <a:pt x="611270" y="566762"/>
                  </a:lnTo>
                  <a:cubicBezTo>
                    <a:pt x="602743" y="592344"/>
                    <a:pt x="578802" y="609600"/>
                    <a:pt x="551835" y="609600"/>
                  </a:cubicBezTo>
                  <a:lnTo>
                    <a:pt x="32547" y="609600"/>
                  </a:lnTo>
                  <a:cubicBezTo>
                    <a:pt x="22085" y="609600"/>
                    <a:pt x="12261" y="604571"/>
                    <a:pt x="6144" y="596084"/>
                  </a:cubicBezTo>
                  <a:cubicBezTo>
                    <a:pt x="27" y="587597"/>
                    <a:pt x="-1638" y="576687"/>
                    <a:pt x="1670" y="566762"/>
                  </a:cubicBezTo>
                  <a:lnTo>
                    <a:pt x="176312" y="42838"/>
                  </a:lnTo>
                  <a:cubicBezTo>
                    <a:pt x="184839" y="17256"/>
                    <a:pt x="208780" y="0"/>
                    <a:pt x="235747" y="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8068" y="6294033"/>
            <a:ext cx="118737" cy="973383"/>
            <a:chOff x="0" y="0"/>
            <a:chExt cx="31272" cy="2563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088051" y="2883478"/>
            <a:ext cx="118737" cy="973383"/>
            <a:chOff x="0" y="0"/>
            <a:chExt cx="31272" cy="2563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88068" y="7958917"/>
            <a:ext cx="118737" cy="973383"/>
            <a:chOff x="0" y="0"/>
            <a:chExt cx="31272" cy="2563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088051" y="4548361"/>
            <a:ext cx="118737" cy="973383"/>
            <a:chOff x="0" y="0"/>
            <a:chExt cx="31272" cy="2563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569966" y="3209478"/>
            <a:ext cx="625871" cy="973383"/>
            <a:chOff x="0" y="0"/>
            <a:chExt cx="164838" cy="2563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4838" cy="256364"/>
            </a:xfrm>
            <a:custGeom>
              <a:avLst/>
              <a:gdLst/>
              <a:ahLst/>
              <a:cxnLst/>
              <a:rect r="r" b="b" t="t" l="l"/>
              <a:pathLst>
                <a:path h="256364" w="164838">
                  <a:moveTo>
                    <a:pt x="82419" y="0"/>
                  </a:moveTo>
                  <a:lnTo>
                    <a:pt x="82419" y="0"/>
                  </a:lnTo>
                  <a:cubicBezTo>
                    <a:pt x="127938" y="0"/>
                    <a:pt x="164838" y="36900"/>
                    <a:pt x="164838" y="82419"/>
                  </a:cubicBezTo>
                  <a:lnTo>
                    <a:pt x="164838" y="173945"/>
                  </a:lnTo>
                  <a:cubicBezTo>
                    <a:pt x="164838" y="195804"/>
                    <a:pt x="156155" y="216768"/>
                    <a:pt x="140698" y="232224"/>
                  </a:cubicBezTo>
                  <a:cubicBezTo>
                    <a:pt x="125242" y="247681"/>
                    <a:pt x="104278" y="256364"/>
                    <a:pt x="82419" y="256364"/>
                  </a:cubicBezTo>
                  <a:lnTo>
                    <a:pt x="82419" y="256364"/>
                  </a:lnTo>
                  <a:cubicBezTo>
                    <a:pt x="60560" y="256364"/>
                    <a:pt x="39597" y="247681"/>
                    <a:pt x="24140" y="232224"/>
                  </a:cubicBezTo>
                  <a:cubicBezTo>
                    <a:pt x="8683" y="216768"/>
                    <a:pt x="0" y="195804"/>
                    <a:pt x="0" y="173945"/>
                  </a:cubicBezTo>
                  <a:lnTo>
                    <a:pt x="0" y="82419"/>
                  </a:lnTo>
                  <a:cubicBezTo>
                    <a:pt x="0" y="60560"/>
                    <a:pt x="8683" y="39597"/>
                    <a:pt x="24140" y="24140"/>
                  </a:cubicBezTo>
                  <a:cubicBezTo>
                    <a:pt x="39597" y="8683"/>
                    <a:pt x="60560" y="0"/>
                    <a:pt x="8241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64838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738887" y="4248968"/>
            <a:ext cx="625871" cy="973383"/>
            <a:chOff x="0" y="0"/>
            <a:chExt cx="164838" cy="2563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64838" cy="256364"/>
            </a:xfrm>
            <a:custGeom>
              <a:avLst/>
              <a:gdLst/>
              <a:ahLst/>
              <a:cxnLst/>
              <a:rect r="r" b="b" t="t" l="l"/>
              <a:pathLst>
                <a:path h="256364" w="164838">
                  <a:moveTo>
                    <a:pt x="82419" y="0"/>
                  </a:moveTo>
                  <a:lnTo>
                    <a:pt x="82419" y="0"/>
                  </a:lnTo>
                  <a:cubicBezTo>
                    <a:pt x="127938" y="0"/>
                    <a:pt x="164838" y="36900"/>
                    <a:pt x="164838" y="82419"/>
                  </a:cubicBezTo>
                  <a:lnTo>
                    <a:pt x="164838" y="173945"/>
                  </a:lnTo>
                  <a:cubicBezTo>
                    <a:pt x="164838" y="195804"/>
                    <a:pt x="156155" y="216768"/>
                    <a:pt x="140698" y="232224"/>
                  </a:cubicBezTo>
                  <a:cubicBezTo>
                    <a:pt x="125242" y="247681"/>
                    <a:pt x="104278" y="256364"/>
                    <a:pt x="82419" y="256364"/>
                  </a:cubicBezTo>
                  <a:lnTo>
                    <a:pt x="82419" y="256364"/>
                  </a:lnTo>
                  <a:cubicBezTo>
                    <a:pt x="60560" y="256364"/>
                    <a:pt x="39597" y="247681"/>
                    <a:pt x="24140" y="232224"/>
                  </a:cubicBezTo>
                  <a:cubicBezTo>
                    <a:pt x="8683" y="216768"/>
                    <a:pt x="0" y="195804"/>
                    <a:pt x="0" y="173945"/>
                  </a:cubicBezTo>
                  <a:lnTo>
                    <a:pt x="0" y="82419"/>
                  </a:lnTo>
                  <a:cubicBezTo>
                    <a:pt x="0" y="60560"/>
                    <a:pt x="8683" y="39597"/>
                    <a:pt x="24140" y="24140"/>
                  </a:cubicBezTo>
                  <a:cubicBezTo>
                    <a:pt x="39597" y="8683"/>
                    <a:pt x="60560" y="0"/>
                    <a:pt x="8241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64838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819924" y="5299746"/>
            <a:ext cx="625871" cy="973383"/>
            <a:chOff x="0" y="0"/>
            <a:chExt cx="164838" cy="2563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4838" cy="256364"/>
            </a:xfrm>
            <a:custGeom>
              <a:avLst/>
              <a:gdLst/>
              <a:ahLst/>
              <a:cxnLst/>
              <a:rect r="r" b="b" t="t" l="l"/>
              <a:pathLst>
                <a:path h="256364" w="164838">
                  <a:moveTo>
                    <a:pt x="82419" y="0"/>
                  </a:moveTo>
                  <a:lnTo>
                    <a:pt x="82419" y="0"/>
                  </a:lnTo>
                  <a:cubicBezTo>
                    <a:pt x="127938" y="0"/>
                    <a:pt x="164838" y="36900"/>
                    <a:pt x="164838" y="82419"/>
                  </a:cubicBezTo>
                  <a:lnTo>
                    <a:pt x="164838" y="173945"/>
                  </a:lnTo>
                  <a:cubicBezTo>
                    <a:pt x="164838" y="195804"/>
                    <a:pt x="156155" y="216768"/>
                    <a:pt x="140698" y="232224"/>
                  </a:cubicBezTo>
                  <a:cubicBezTo>
                    <a:pt x="125242" y="247681"/>
                    <a:pt x="104278" y="256364"/>
                    <a:pt x="82419" y="256364"/>
                  </a:cubicBezTo>
                  <a:lnTo>
                    <a:pt x="82419" y="256364"/>
                  </a:lnTo>
                  <a:cubicBezTo>
                    <a:pt x="60560" y="256364"/>
                    <a:pt x="39597" y="247681"/>
                    <a:pt x="24140" y="232224"/>
                  </a:cubicBezTo>
                  <a:cubicBezTo>
                    <a:pt x="8683" y="216768"/>
                    <a:pt x="0" y="195804"/>
                    <a:pt x="0" y="173945"/>
                  </a:cubicBezTo>
                  <a:lnTo>
                    <a:pt x="0" y="82419"/>
                  </a:lnTo>
                  <a:cubicBezTo>
                    <a:pt x="0" y="60560"/>
                    <a:pt x="8683" y="39597"/>
                    <a:pt x="24140" y="24140"/>
                  </a:cubicBezTo>
                  <a:cubicBezTo>
                    <a:pt x="39597" y="8683"/>
                    <a:pt x="60560" y="0"/>
                    <a:pt x="8241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64838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888477" y="6617120"/>
            <a:ext cx="625871" cy="973383"/>
            <a:chOff x="0" y="0"/>
            <a:chExt cx="164838" cy="2563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64838" cy="256364"/>
            </a:xfrm>
            <a:custGeom>
              <a:avLst/>
              <a:gdLst/>
              <a:ahLst/>
              <a:cxnLst/>
              <a:rect r="r" b="b" t="t" l="l"/>
              <a:pathLst>
                <a:path h="256364" w="164838">
                  <a:moveTo>
                    <a:pt x="82419" y="0"/>
                  </a:moveTo>
                  <a:lnTo>
                    <a:pt x="82419" y="0"/>
                  </a:lnTo>
                  <a:cubicBezTo>
                    <a:pt x="127938" y="0"/>
                    <a:pt x="164838" y="36900"/>
                    <a:pt x="164838" y="82419"/>
                  </a:cubicBezTo>
                  <a:lnTo>
                    <a:pt x="164838" y="173945"/>
                  </a:lnTo>
                  <a:cubicBezTo>
                    <a:pt x="164838" y="195804"/>
                    <a:pt x="156155" y="216768"/>
                    <a:pt x="140698" y="232224"/>
                  </a:cubicBezTo>
                  <a:cubicBezTo>
                    <a:pt x="125242" y="247681"/>
                    <a:pt x="104278" y="256364"/>
                    <a:pt x="82419" y="256364"/>
                  </a:cubicBezTo>
                  <a:lnTo>
                    <a:pt x="82419" y="256364"/>
                  </a:lnTo>
                  <a:cubicBezTo>
                    <a:pt x="60560" y="256364"/>
                    <a:pt x="39597" y="247681"/>
                    <a:pt x="24140" y="232224"/>
                  </a:cubicBezTo>
                  <a:cubicBezTo>
                    <a:pt x="8683" y="216768"/>
                    <a:pt x="0" y="195804"/>
                    <a:pt x="0" y="173945"/>
                  </a:cubicBezTo>
                  <a:lnTo>
                    <a:pt x="0" y="82419"/>
                  </a:lnTo>
                  <a:cubicBezTo>
                    <a:pt x="0" y="60560"/>
                    <a:pt x="8683" y="39597"/>
                    <a:pt x="24140" y="24140"/>
                  </a:cubicBezTo>
                  <a:cubicBezTo>
                    <a:pt x="39597" y="8683"/>
                    <a:pt x="60560" y="0"/>
                    <a:pt x="8241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64838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7646568" y="5468483"/>
            <a:ext cx="1003866" cy="1081086"/>
          </a:xfrm>
          <a:custGeom>
            <a:avLst/>
            <a:gdLst/>
            <a:ahLst/>
            <a:cxnLst/>
            <a:rect r="r" b="b" t="t" l="l"/>
            <a:pathLst>
              <a:path h="1081086" w="1003866">
                <a:moveTo>
                  <a:pt x="0" y="0"/>
                </a:moveTo>
                <a:lnTo>
                  <a:pt x="1003865" y="0"/>
                </a:lnTo>
                <a:lnTo>
                  <a:pt x="1003865" y="1081086"/>
                </a:lnTo>
                <a:lnTo>
                  <a:pt x="0" y="1081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1962925" y="7830576"/>
            <a:ext cx="916556" cy="1060367"/>
          </a:xfrm>
          <a:custGeom>
            <a:avLst/>
            <a:gdLst/>
            <a:ahLst/>
            <a:cxnLst/>
            <a:rect r="r" b="b" t="t" l="l"/>
            <a:pathLst>
              <a:path h="1060367" w="916556">
                <a:moveTo>
                  <a:pt x="0" y="0"/>
                </a:moveTo>
                <a:lnTo>
                  <a:pt x="916555" y="0"/>
                </a:lnTo>
                <a:lnTo>
                  <a:pt x="916555" y="1060367"/>
                </a:lnTo>
                <a:lnTo>
                  <a:pt x="0" y="10603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5427233" y="4493002"/>
            <a:ext cx="1242407" cy="956062"/>
          </a:xfrm>
          <a:custGeom>
            <a:avLst/>
            <a:gdLst/>
            <a:ahLst/>
            <a:cxnLst/>
            <a:rect r="r" b="b" t="t" l="l"/>
            <a:pathLst>
              <a:path h="956062" w="1242407">
                <a:moveTo>
                  <a:pt x="0" y="0"/>
                </a:moveTo>
                <a:lnTo>
                  <a:pt x="1242406" y="0"/>
                </a:lnTo>
                <a:lnTo>
                  <a:pt x="1242406" y="956062"/>
                </a:lnTo>
                <a:lnTo>
                  <a:pt x="0" y="956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9834510" y="6548708"/>
            <a:ext cx="849003" cy="979618"/>
          </a:xfrm>
          <a:custGeom>
            <a:avLst/>
            <a:gdLst/>
            <a:ahLst/>
            <a:cxnLst/>
            <a:rect r="r" b="b" t="t" l="l"/>
            <a:pathLst>
              <a:path h="979618" w="849003">
                <a:moveTo>
                  <a:pt x="0" y="0"/>
                </a:moveTo>
                <a:lnTo>
                  <a:pt x="849003" y="0"/>
                </a:lnTo>
                <a:lnTo>
                  <a:pt x="849003" y="979618"/>
                </a:lnTo>
                <a:lnTo>
                  <a:pt x="0" y="979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3915300" y="933450"/>
            <a:ext cx="10457401" cy="85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5"/>
              </a:lnSpc>
            </a:pPr>
            <a:r>
              <a:rPr lang="en-US" b="true" sz="4996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Как работи приложението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652787" y="2033641"/>
            <a:ext cx="8982426" cy="29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9"/>
              </a:lnSpc>
            </a:pPr>
            <a:r>
              <a:rPr lang="en-US" sz="1778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Стъпки в работата на скенера за хранителни етикети.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27150" y="6752150"/>
            <a:ext cx="4632168" cy="61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89"/>
              </a:lnSpc>
            </a:pPr>
            <a:r>
              <a:rPr lang="en-US" sz="1778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Потребителят въвежда име на съставка от етикета в приложението.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627132" y="3341595"/>
            <a:ext cx="4632168" cy="61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89"/>
              </a:lnSpc>
            </a:pPr>
            <a:r>
              <a:rPr lang="en-US" sz="1778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Приложението търси съставката в базата данни с информация.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27150" y="8417033"/>
            <a:ext cx="4632168" cy="61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89"/>
              </a:lnSpc>
            </a:pPr>
            <a:r>
              <a:rPr lang="en-US" sz="1778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Показва здравословни ефекти и предлага по-здравословни алтернативи.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627132" y="5006478"/>
            <a:ext cx="4632168" cy="61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89"/>
              </a:lnSpc>
            </a:pPr>
            <a:r>
              <a:rPr lang="en-US" sz="1778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Системата определя дали съставката е вредна или безопасна.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627150" y="6246408"/>
            <a:ext cx="3419812" cy="37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2"/>
              </a:lnSpc>
            </a:pPr>
            <a:r>
              <a:rPr lang="en-US" b="true" sz="2144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Въвеждане на съставка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627132" y="2835853"/>
            <a:ext cx="3419812" cy="37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2"/>
              </a:lnSpc>
            </a:pPr>
            <a:r>
              <a:rPr lang="en-US" b="true" sz="2144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Проверка в базата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27150" y="7911292"/>
            <a:ext cx="4255751" cy="37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2"/>
              </a:lnSpc>
            </a:pPr>
            <a:r>
              <a:rPr lang="en-US" b="true" sz="2144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Извеждане на резултати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627132" y="4500736"/>
            <a:ext cx="3419812" cy="37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2"/>
              </a:lnSpc>
            </a:pPr>
            <a:r>
              <a:rPr lang="en-US" b="true" sz="2144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Анализ на вредност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618751" y="3712708"/>
            <a:ext cx="509251" cy="23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1"/>
              </a:lnSpc>
            </a:pPr>
            <a:r>
              <a:rPr lang="en-US" b="true" sz="1422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787672" y="4752197"/>
            <a:ext cx="509251" cy="23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1"/>
              </a:lnSpc>
            </a:pPr>
            <a:r>
              <a:rPr lang="en-US" b="true" sz="1422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868709" y="5802975"/>
            <a:ext cx="509251" cy="23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1"/>
              </a:lnSpc>
            </a:pPr>
            <a:r>
              <a:rPr lang="en-US" b="true" sz="1422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937262" y="7120349"/>
            <a:ext cx="509251" cy="23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1"/>
              </a:lnSpc>
            </a:pPr>
            <a:r>
              <a:rPr lang="en-US" b="true" sz="1422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09195" y="1028700"/>
            <a:ext cx="2634805" cy="3065955"/>
            <a:chOff x="0" y="0"/>
            <a:chExt cx="6985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3623"/>
              <a:ext cx="698500" cy="785555"/>
            </a:xfrm>
            <a:custGeom>
              <a:avLst/>
              <a:gdLst/>
              <a:ahLst/>
              <a:cxnLst/>
              <a:rect r="r" b="b" t="t" l="l"/>
              <a:pathLst>
                <a:path h="785555" w="698500">
                  <a:moveTo>
                    <a:pt x="392902" y="11774"/>
                  </a:moveTo>
                  <a:lnTo>
                    <a:pt x="654848" y="164180"/>
                  </a:lnTo>
                  <a:cubicBezTo>
                    <a:pt x="681874" y="179904"/>
                    <a:pt x="698500" y="208812"/>
                    <a:pt x="698500" y="240080"/>
                  </a:cubicBezTo>
                  <a:lnTo>
                    <a:pt x="698500" y="545475"/>
                  </a:lnTo>
                  <a:cubicBezTo>
                    <a:pt x="698500" y="576742"/>
                    <a:pt x="681874" y="605650"/>
                    <a:pt x="654848" y="621374"/>
                  </a:cubicBezTo>
                  <a:lnTo>
                    <a:pt x="392902" y="773780"/>
                  </a:lnTo>
                  <a:cubicBezTo>
                    <a:pt x="365918" y="789479"/>
                    <a:pt x="332582" y="789479"/>
                    <a:pt x="305598" y="773780"/>
                  </a:cubicBezTo>
                  <a:lnTo>
                    <a:pt x="43652" y="621374"/>
                  </a:lnTo>
                  <a:cubicBezTo>
                    <a:pt x="16626" y="605650"/>
                    <a:pt x="0" y="576742"/>
                    <a:pt x="0" y="545475"/>
                  </a:cubicBezTo>
                  <a:lnTo>
                    <a:pt x="0" y="240080"/>
                  </a:lnTo>
                  <a:cubicBezTo>
                    <a:pt x="0" y="208812"/>
                    <a:pt x="16626" y="179904"/>
                    <a:pt x="43652" y="164180"/>
                  </a:cubicBezTo>
                  <a:lnTo>
                    <a:pt x="305598" y="11774"/>
                  </a:lnTo>
                  <a:cubicBezTo>
                    <a:pt x="332582" y="-3925"/>
                    <a:pt x="365918" y="-3925"/>
                    <a:pt x="392902" y="1177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26598" y="3610523"/>
            <a:ext cx="2634805" cy="3065955"/>
            <a:chOff x="0" y="0"/>
            <a:chExt cx="6985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3623"/>
              <a:ext cx="698500" cy="785555"/>
            </a:xfrm>
            <a:custGeom>
              <a:avLst/>
              <a:gdLst/>
              <a:ahLst/>
              <a:cxnLst/>
              <a:rect r="r" b="b" t="t" l="l"/>
              <a:pathLst>
                <a:path h="785555" w="698500">
                  <a:moveTo>
                    <a:pt x="392902" y="11774"/>
                  </a:moveTo>
                  <a:lnTo>
                    <a:pt x="654848" y="164180"/>
                  </a:lnTo>
                  <a:cubicBezTo>
                    <a:pt x="681874" y="179904"/>
                    <a:pt x="698500" y="208812"/>
                    <a:pt x="698500" y="240080"/>
                  </a:cubicBezTo>
                  <a:lnTo>
                    <a:pt x="698500" y="545475"/>
                  </a:lnTo>
                  <a:cubicBezTo>
                    <a:pt x="698500" y="576742"/>
                    <a:pt x="681874" y="605650"/>
                    <a:pt x="654848" y="621374"/>
                  </a:cubicBezTo>
                  <a:lnTo>
                    <a:pt x="392902" y="773780"/>
                  </a:lnTo>
                  <a:cubicBezTo>
                    <a:pt x="365918" y="789479"/>
                    <a:pt x="332582" y="789479"/>
                    <a:pt x="305598" y="773780"/>
                  </a:cubicBezTo>
                  <a:lnTo>
                    <a:pt x="43652" y="621374"/>
                  </a:lnTo>
                  <a:cubicBezTo>
                    <a:pt x="16626" y="605650"/>
                    <a:pt x="0" y="576742"/>
                    <a:pt x="0" y="545475"/>
                  </a:cubicBezTo>
                  <a:lnTo>
                    <a:pt x="0" y="240080"/>
                  </a:lnTo>
                  <a:cubicBezTo>
                    <a:pt x="0" y="208812"/>
                    <a:pt x="16626" y="179904"/>
                    <a:pt x="43652" y="164180"/>
                  </a:cubicBezTo>
                  <a:lnTo>
                    <a:pt x="305598" y="11774"/>
                  </a:lnTo>
                  <a:cubicBezTo>
                    <a:pt x="332582" y="-3925"/>
                    <a:pt x="365918" y="-3925"/>
                    <a:pt x="392902" y="11774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09195" y="6192345"/>
            <a:ext cx="2634805" cy="3065955"/>
            <a:chOff x="0" y="0"/>
            <a:chExt cx="6985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13623"/>
              <a:ext cx="698500" cy="785555"/>
            </a:xfrm>
            <a:custGeom>
              <a:avLst/>
              <a:gdLst/>
              <a:ahLst/>
              <a:cxnLst/>
              <a:rect r="r" b="b" t="t" l="l"/>
              <a:pathLst>
                <a:path h="785555" w="698500">
                  <a:moveTo>
                    <a:pt x="392902" y="11774"/>
                  </a:moveTo>
                  <a:lnTo>
                    <a:pt x="654848" y="164180"/>
                  </a:lnTo>
                  <a:cubicBezTo>
                    <a:pt x="681874" y="179904"/>
                    <a:pt x="698500" y="208812"/>
                    <a:pt x="698500" y="240080"/>
                  </a:cubicBezTo>
                  <a:lnTo>
                    <a:pt x="698500" y="545475"/>
                  </a:lnTo>
                  <a:cubicBezTo>
                    <a:pt x="698500" y="576742"/>
                    <a:pt x="681874" y="605650"/>
                    <a:pt x="654848" y="621374"/>
                  </a:cubicBezTo>
                  <a:lnTo>
                    <a:pt x="392902" y="773780"/>
                  </a:lnTo>
                  <a:cubicBezTo>
                    <a:pt x="365918" y="789479"/>
                    <a:pt x="332582" y="789479"/>
                    <a:pt x="305598" y="773780"/>
                  </a:cubicBezTo>
                  <a:lnTo>
                    <a:pt x="43652" y="621374"/>
                  </a:lnTo>
                  <a:cubicBezTo>
                    <a:pt x="16626" y="605650"/>
                    <a:pt x="0" y="576742"/>
                    <a:pt x="0" y="545475"/>
                  </a:cubicBezTo>
                  <a:lnTo>
                    <a:pt x="0" y="240080"/>
                  </a:lnTo>
                  <a:cubicBezTo>
                    <a:pt x="0" y="208812"/>
                    <a:pt x="16626" y="179904"/>
                    <a:pt x="43652" y="164180"/>
                  </a:cubicBezTo>
                  <a:lnTo>
                    <a:pt x="305598" y="11774"/>
                  </a:lnTo>
                  <a:cubicBezTo>
                    <a:pt x="332582" y="-3925"/>
                    <a:pt x="365918" y="-3925"/>
                    <a:pt x="392902" y="11774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725717" y="1911986"/>
            <a:ext cx="118737" cy="973383"/>
            <a:chOff x="0" y="0"/>
            <a:chExt cx="31272" cy="2563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25717" y="4742681"/>
            <a:ext cx="118737" cy="973383"/>
            <a:chOff x="0" y="0"/>
            <a:chExt cx="31272" cy="2563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25717" y="7573376"/>
            <a:ext cx="118737" cy="973383"/>
            <a:chOff x="0" y="0"/>
            <a:chExt cx="31272" cy="2563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173326" y="2354865"/>
            <a:ext cx="1259441" cy="922638"/>
          </a:xfrm>
          <a:custGeom>
            <a:avLst/>
            <a:gdLst/>
            <a:ahLst/>
            <a:cxnLst/>
            <a:rect r="r" b="b" t="t" l="l"/>
            <a:pathLst>
              <a:path h="922638" w="1259441">
                <a:moveTo>
                  <a:pt x="0" y="0"/>
                </a:moveTo>
                <a:lnTo>
                  <a:pt x="1259441" y="0"/>
                </a:lnTo>
                <a:lnTo>
                  <a:pt x="1259441" y="922637"/>
                </a:lnTo>
                <a:lnTo>
                  <a:pt x="0" y="922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506012" y="4739087"/>
            <a:ext cx="1255064" cy="1146769"/>
          </a:xfrm>
          <a:custGeom>
            <a:avLst/>
            <a:gdLst/>
            <a:ahLst/>
            <a:cxnLst/>
            <a:rect r="r" b="b" t="t" l="l"/>
            <a:pathLst>
              <a:path h="1146769" w="1255064">
                <a:moveTo>
                  <a:pt x="0" y="0"/>
                </a:moveTo>
                <a:lnTo>
                  <a:pt x="1255063" y="0"/>
                </a:lnTo>
                <a:lnTo>
                  <a:pt x="1255063" y="1146769"/>
                </a:lnTo>
                <a:lnTo>
                  <a:pt x="0" y="1146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335297" y="7647193"/>
            <a:ext cx="1005540" cy="999255"/>
          </a:xfrm>
          <a:custGeom>
            <a:avLst/>
            <a:gdLst/>
            <a:ahLst/>
            <a:cxnLst/>
            <a:rect r="r" b="b" t="t" l="l"/>
            <a:pathLst>
              <a:path h="999255" w="1005540">
                <a:moveTo>
                  <a:pt x="0" y="0"/>
                </a:moveTo>
                <a:lnTo>
                  <a:pt x="1005540" y="0"/>
                </a:lnTo>
                <a:lnTo>
                  <a:pt x="1005540" y="999256"/>
                </a:lnTo>
                <a:lnTo>
                  <a:pt x="0" y="99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4429152"/>
            <a:ext cx="4481438" cy="699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7"/>
              </a:lnSpc>
            </a:pPr>
            <a:r>
              <a:rPr lang="en-US" b="true" sz="2693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Пример от приложението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8925" y="5423955"/>
            <a:ext cx="4960143" cy="8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sz="2498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Демонстрация на скенера с реален вход и резултат.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64799" y="2351052"/>
            <a:ext cx="4632168" cy="8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sz="2498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Потребителят въвежда: „палмово масло"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64799" y="5181747"/>
            <a:ext cx="4632168" cy="8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sz="2498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Вредна съставка! Повишава холестерола.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64799" y="8012443"/>
            <a:ext cx="4632168" cy="86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sz="2498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Препоръчваме: зехтин – по-здравословен избор.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64799" y="1864361"/>
            <a:ext cx="463216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Вход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64799" y="4695056"/>
            <a:ext cx="463216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Резултат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64799" y="7525751"/>
            <a:ext cx="4632168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Алтернатива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831065" y="4080753"/>
            <a:ext cx="625871" cy="601547"/>
            <a:chOff x="0" y="0"/>
            <a:chExt cx="164838" cy="1584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4838" cy="158432"/>
            </a:xfrm>
            <a:custGeom>
              <a:avLst/>
              <a:gdLst/>
              <a:ahLst/>
              <a:cxnLst/>
              <a:rect r="r" b="b" t="t" l="l"/>
              <a:pathLst>
                <a:path h="158432" w="164838">
                  <a:moveTo>
                    <a:pt x="79216" y="0"/>
                  </a:moveTo>
                  <a:lnTo>
                    <a:pt x="85622" y="0"/>
                  </a:lnTo>
                  <a:cubicBezTo>
                    <a:pt x="129372" y="0"/>
                    <a:pt x="164838" y="35466"/>
                    <a:pt x="164838" y="79216"/>
                  </a:cubicBezTo>
                  <a:lnTo>
                    <a:pt x="164838" y="79216"/>
                  </a:lnTo>
                  <a:cubicBezTo>
                    <a:pt x="164838" y="100226"/>
                    <a:pt x="156492" y="120374"/>
                    <a:pt x="141637" y="135230"/>
                  </a:cubicBezTo>
                  <a:cubicBezTo>
                    <a:pt x="126781" y="150086"/>
                    <a:pt x="106632" y="158432"/>
                    <a:pt x="85622" y="158432"/>
                  </a:cubicBezTo>
                  <a:lnTo>
                    <a:pt x="79216" y="158432"/>
                  </a:lnTo>
                  <a:cubicBezTo>
                    <a:pt x="58207" y="158432"/>
                    <a:pt x="38058" y="150086"/>
                    <a:pt x="23202" y="135230"/>
                  </a:cubicBezTo>
                  <a:cubicBezTo>
                    <a:pt x="8346" y="120374"/>
                    <a:pt x="0" y="100226"/>
                    <a:pt x="0" y="79216"/>
                  </a:cubicBezTo>
                  <a:lnTo>
                    <a:pt x="0" y="79216"/>
                  </a:lnTo>
                  <a:cubicBezTo>
                    <a:pt x="0" y="58207"/>
                    <a:pt x="8346" y="38058"/>
                    <a:pt x="23202" y="23202"/>
                  </a:cubicBezTo>
                  <a:cubicBezTo>
                    <a:pt x="38058" y="8346"/>
                    <a:pt x="58207" y="0"/>
                    <a:pt x="7921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64838" cy="196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513662" y="1497736"/>
            <a:ext cx="625871" cy="601547"/>
            <a:chOff x="0" y="0"/>
            <a:chExt cx="164838" cy="15843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4838" cy="158432"/>
            </a:xfrm>
            <a:custGeom>
              <a:avLst/>
              <a:gdLst/>
              <a:ahLst/>
              <a:cxnLst/>
              <a:rect r="r" b="b" t="t" l="l"/>
              <a:pathLst>
                <a:path h="158432" w="164838">
                  <a:moveTo>
                    <a:pt x="79216" y="0"/>
                  </a:moveTo>
                  <a:lnTo>
                    <a:pt x="85622" y="0"/>
                  </a:lnTo>
                  <a:cubicBezTo>
                    <a:pt x="129372" y="0"/>
                    <a:pt x="164838" y="35466"/>
                    <a:pt x="164838" y="79216"/>
                  </a:cubicBezTo>
                  <a:lnTo>
                    <a:pt x="164838" y="79216"/>
                  </a:lnTo>
                  <a:cubicBezTo>
                    <a:pt x="164838" y="100226"/>
                    <a:pt x="156492" y="120374"/>
                    <a:pt x="141637" y="135230"/>
                  </a:cubicBezTo>
                  <a:cubicBezTo>
                    <a:pt x="126781" y="150086"/>
                    <a:pt x="106632" y="158432"/>
                    <a:pt x="85622" y="158432"/>
                  </a:cubicBezTo>
                  <a:lnTo>
                    <a:pt x="79216" y="158432"/>
                  </a:lnTo>
                  <a:cubicBezTo>
                    <a:pt x="58207" y="158432"/>
                    <a:pt x="38058" y="150086"/>
                    <a:pt x="23202" y="135230"/>
                  </a:cubicBezTo>
                  <a:cubicBezTo>
                    <a:pt x="8346" y="120374"/>
                    <a:pt x="0" y="100226"/>
                    <a:pt x="0" y="79216"/>
                  </a:cubicBezTo>
                  <a:lnTo>
                    <a:pt x="0" y="79216"/>
                  </a:lnTo>
                  <a:cubicBezTo>
                    <a:pt x="0" y="58207"/>
                    <a:pt x="8346" y="38058"/>
                    <a:pt x="23202" y="23202"/>
                  </a:cubicBezTo>
                  <a:cubicBezTo>
                    <a:pt x="38058" y="8346"/>
                    <a:pt x="58207" y="0"/>
                    <a:pt x="7921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64838" cy="196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513662" y="6569140"/>
            <a:ext cx="625871" cy="601547"/>
            <a:chOff x="0" y="0"/>
            <a:chExt cx="164838" cy="1584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4838" cy="158432"/>
            </a:xfrm>
            <a:custGeom>
              <a:avLst/>
              <a:gdLst/>
              <a:ahLst/>
              <a:cxnLst/>
              <a:rect r="r" b="b" t="t" l="l"/>
              <a:pathLst>
                <a:path h="158432" w="164838">
                  <a:moveTo>
                    <a:pt x="79216" y="0"/>
                  </a:moveTo>
                  <a:lnTo>
                    <a:pt x="85622" y="0"/>
                  </a:lnTo>
                  <a:cubicBezTo>
                    <a:pt x="129372" y="0"/>
                    <a:pt x="164838" y="35466"/>
                    <a:pt x="164838" y="79216"/>
                  </a:cubicBezTo>
                  <a:lnTo>
                    <a:pt x="164838" y="79216"/>
                  </a:lnTo>
                  <a:cubicBezTo>
                    <a:pt x="164838" y="100226"/>
                    <a:pt x="156492" y="120374"/>
                    <a:pt x="141637" y="135230"/>
                  </a:cubicBezTo>
                  <a:cubicBezTo>
                    <a:pt x="126781" y="150086"/>
                    <a:pt x="106632" y="158432"/>
                    <a:pt x="85622" y="158432"/>
                  </a:cubicBezTo>
                  <a:lnTo>
                    <a:pt x="79216" y="158432"/>
                  </a:lnTo>
                  <a:cubicBezTo>
                    <a:pt x="58207" y="158432"/>
                    <a:pt x="38058" y="150086"/>
                    <a:pt x="23202" y="135230"/>
                  </a:cubicBezTo>
                  <a:cubicBezTo>
                    <a:pt x="8346" y="120374"/>
                    <a:pt x="0" y="100226"/>
                    <a:pt x="0" y="79216"/>
                  </a:cubicBezTo>
                  <a:lnTo>
                    <a:pt x="0" y="79216"/>
                  </a:lnTo>
                  <a:cubicBezTo>
                    <a:pt x="0" y="58207"/>
                    <a:pt x="8346" y="38058"/>
                    <a:pt x="23202" y="23202"/>
                  </a:cubicBezTo>
                  <a:cubicBezTo>
                    <a:pt x="38058" y="8346"/>
                    <a:pt x="58207" y="0"/>
                    <a:pt x="7921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64838" cy="196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8889374" y="4192601"/>
            <a:ext cx="509251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571972" y="1609584"/>
            <a:ext cx="509251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571972" y="6680988"/>
            <a:ext cx="509251" cy="33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04964" y="4047437"/>
            <a:ext cx="2163258" cy="2163258"/>
            <a:chOff x="0" y="0"/>
            <a:chExt cx="558800" cy="55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65100" y="127000"/>
              <a:ext cx="393700" cy="431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9317059" y="6592212"/>
            <a:ext cx="2163258" cy="2163258"/>
            <a:chOff x="0" y="0"/>
            <a:chExt cx="5588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65100" y="127000"/>
              <a:ext cx="393700" cy="431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6288504" y="6402804"/>
            <a:ext cx="2855496" cy="2855496"/>
            <a:chOff x="0" y="0"/>
            <a:chExt cx="558800" cy="55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65100" y="127000"/>
              <a:ext cx="393700" cy="431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00000">
            <a:off x="9144000" y="3547309"/>
            <a:ext cx="2855496" cy="2855496"/>
            <a:chOff x="0" y="0"/>
            <a:chExt cx="558800" cy="55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65100" y="127000"/>
              <a:ext cx="393700" cy="431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3397745"/>
            <a:ext cx="118737" cy="973383"/>
            <a:chOff x="0" y="0"/>
            <a:chExt cx="31272" cy="2563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7456086"/>
            <a:ext cx="118737" cy="973383"/>
            <a:chOff x="0" y="0"/>
            <a:chExt cx="31272" cy="2563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99496" y="3234745"/>
            <a:ext cx="118737" cy="973383"/>
            <a:chOff x="0" y="0"/>
            <a:chExt cx="31272" cy="2563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088051" y="7456086"/>
            <a:ext cx="118737" cy="973383"/>
            <a:chOff x="0" y="0"/>
            <a:chExt cx="31272" cy="2563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708092" y="4980939"/>
            <a:ext cx="626590" cy="805616"/>
          </a:xfrm>
          <a:custGeom>
            <a:avLst/>
            <a:gdLst/>
            <a:ahLst/>
            <a:cxnLst/>
            <a:rect r="r" b="b" t="t" l="l"/>
            <a:pathLst>
              <a:path h="805616" w="626590">
                <a:moveTo>
                  <a:pt x="0" y="0"/>
                </a:moveTo>
                <a:lnTo>
                  <a:pt x="626591" y="0"/>
                </a:lnTo>
                <a:lnTo>
                  <a:pt x="626591" y="805616"/>
                </a:lnTo>
                <a:lnTo>
                  <a:pt x="0" y="8056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738961" y="6779999"/>
            <a:ext cx="513960" cy="1260837"/>
          </a:xfrm>
          <a:custGeom>
            <a:avLst/>
            <a:gdLst/>
            <a:ahLst/>
            <a:cxnLst/>
            <a:rect r="r" b="b" t="t" l="l"/>
            <a:pathLst>
              <a:path h="1260837" w="513960">
                <a:moveTo>
                  <a:pt x="0" y="0"/>
                </a:moveTo>
                <a:lnTo>
                  <a:pt x="513959" y="0"/>
                </a:lnTo>
                <a:lnTo>
                  <a:pt x="513959" y="1260837"/>
                </a:lnTo>
                <a:lnTo>
                  <a:pt x="0" y="12608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937392" y="4881804"/>
            <a:ext cx="846050" cy="1067177"/>
          </a:xfrm>
          <a:custGeom>
            <a:avLst/>
            <a:gdLst/>
            <a:ahLst/>
            <a:cxnLst/>
            <a:rect r="r" b="b" t="t" l="l"/>
            <a:pathLst>
              <a:path h="1067177" w="846050">
                <a:moveTo>
                  <a:pt x="0" y="0"/>
                </a:moveTo>
                <a:lnTo>
                  <a:pt x="846050" y="0"/>
                </a:lnTo>
                <a:lnTo>
                  <a:pt x="846050" y="1067177"/>
                </a:lnTo>
                <a:lnTo>
                  <a:pt x="0" y="1067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907973" y="6803917"/>
            <a:ext cx="595779" cy="1237509"/>
          </a:xfrm>
          <a:custGeom>
            <a:avLst/>
            <a:gdLst/>
            <a:ahLst/>
            <a:cxnLst/>
            <a:rect r="r" b="b" t="t" l="l"/>
            <a:pathLst>
              <a:path h="1237509" w="595779">
                <a:moveTo>
                  <a:pt x="0" y="0"/>
                </a:moveTo>
                <a:lnTo>
                  <a:pt x="595779" y="0"/>
                </a:lnTo>
                <a:lnTo>
                  <a:pt x="595779" y="1237509"/>
                </a:lnTo>
                <a:lnTo>
                  <a:pt x="0" y="12375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303989" y="1095375"/>
            <a:ext cx="7328465" cy="517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48"/>
              </a:lnSpc>
            </a:pPr>
            <a:r>
              <a:rPr lang="en-US" b="true" sz="387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Здравословни алтернативи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652787" y="2014591"/>
            <a:ext cx="8982426" cy="41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5"/>
              </a:lnSpc>
            </a:pPr>
            <a:r>
              <a:rPr lang="en-US" sz="2432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Замени пакетираните храни с по-здравословни варианти.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67782" y="3836812"/>
            <a:ext cx="4632168" cy="127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5"/>
              </a:lnSpc>
            </a:pPr>
            <a:r>
              <a:rPr lang="en-US" sz="2432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Замени с домашни печени картофи – вкусни и без вредни мазнини.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67782" y="7895153"/>
            <a:ext cx="4632168" cy="127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5"/>
              </a:lnSpc>
            </a:pPr>
            <a:r>
              <a:rPr lang="en-US" sz="2432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Замени с натурален сок – пълен с витамини и без захар.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67782" y="3350120"/>
            <a:ext cx="3419812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Чипс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67782" y="7408461"/>
            <a:ext cx="4255751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Газирани напитки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38577" y="3673812"/>
            <a:ext cx="4632168" cy="127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5"/>
              </a:lnSpc>
            </a:pPr>
            <a:r>
              <a:rPr lang="en-US" sz="2432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Замени с домашни овесени барчета – здравословни и енергизиращи.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627132" y="7895153"/>
            <a:ext cx="4632168" cy="127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5"/>
              </a:lnSpc>
            </a:pPr>
            <a:r>
              <a:rPr lang="en-US" sz="2432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Малките промени водят до голямо подобрение на здравето.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538577" y="3187120"/>
            <a:ext cx="4720723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Вафли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627132" y="7408461"/>
            <a:ext cx="4233327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По-добър избор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511656"/>
            <a:ext cx="3356854" cy="2746644"/>
            <a:chOff x="0" y="0"/>
            <a:chExt cx="884110" cy="7233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4110" cy="723396"/>
            </a:xfrm>
            <a:custGeom>
              <a:avLst/>
              <a:gdLst/>
              <a:ahLst/>
              <a:cxnLst/>
              <a:rect r="r" b="b" t="t" l="l"/>
              <a:pathLst>
                <a:path h="723396" w="884110">
                  <a:moveTo>
                    <a:pt x="115315" y="0"/>
                  </a:moveTo>
                  <a:lnTo>
                    <a:pt x="768794" y="0"/>
                  </a:lnTo>
                  <a:cubicBezTo>
                    <a:pt x="799378" y="0"/>
                    <a:pt x="828709" y="12149"/>
                    <a:pt x="850335" y="33775"/>
                  </a:cubicBezTo>
                  <a:cubicBezTo>
                    <a:pt x="871960" y="55401"/>
                    <a:pt x="884110" y="84732"/>
                    <a:pt x="884110" y="115315"/>
                  </a:cubicBezTo>
                  <a:lnTo>
                    <a:pt x="884110" y="608081"/>
                  </a:lnTo>
                  <a:cubicBezTo>
                    <a:pt x="884110" y="638664"/>
                    <a:pt x="871960" y="667995"/>
                    <a:pt x="850335" y="689621"/>
                  </a:cubicBezTo>
                  <a:cubicBezTo>
                    <a:pt x="828709" y="711247"/>
                    <a:pt x="799378" y="723396"/>
                    <a:pt x="768794" y="723396"/>
                  </a:cubicBezTo>
                  <a:lnTo>
                    <a:pt x="115315" y="723396"/>
                  </a:lnTo>
                  <a:cubicBezTo>
                    <a:pt x="84732" y="723396"/>
                    <a:pt x="55401" y="711247"/>
                    <a:pt x="33775" y="689621"/>
                  </a:cubicBezTo>
                  <a:cubicBezTo>
                    <a:pt x="12149" y="667995"/>
                    <a:pt x="0" y="638664"/>
                    <a:pt x="0" y="608081"/>
                  </a:cubicBezTo>
                  <a:lnTo>
                    <a:pt x="0" y="115315"/>
                  </a:lnTo>
                  <a:cubicBezTo>
                    <a:pt x="0" y="84732"/>
                    <a:pt x="12149" y="55401"/>
                    <a:pt x="33775" y="33775"/>
                  </a:cubicBezTo>
                  <a:cubicBezTo>
                    <a:pt x="55401" y="12149"/>
                    <a:pt x="84732" y="0"/>
                    <a:pt x="115315" y="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84110" cy="761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74360" y="5496910"/>
            <a:ext cx="3356854" cy="2746644"/>
            <a:chOff x="0" y="0"/>
            <a:chExt cx="884110" cy="7233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4110" cy="723396"/>
            </a:xfrm>
            <a:custGeom>
              <a:avLst/>
              <a:gdLst/>
              <a:ahLst/>
              <a:cxnLst/>
              <a:rect r="r" b="b" t="t" l="l"/>
              <a:pathLst>
                <a:path h="723396" w="884110">
                  <a:moveTo>
                    <a:pt x="115315" y="0"/>
                  </a:moveTo>
                  <a:lnTo>
                    <a:pt x="768794" y="0"/>
                  </a:lnTo>
                  <a:cubicBezTo>
                    <a:pt x="799378" y="0"/>
                    <a:pt x="828709" y="12149"/>
                    <a:pt x="850335" y="33775"/>
                  </a:cubicBezTo>
                  <a:cubicBezTo>
                    <a:pt x="871960" y="55401"/>
                    <a:pt x="884110" y="84732"/>
                    <a:pt x="884110" y="115315"/>
                  </a:cubicBezTo>
                  <a:lnTo>
                    <a:pt x="884110" y="608081"/>
                  </a:lnTo>
                  <a:cubicBezTo>
                    <a:pt x="884110" y="638664"/>
                    <a:pt x="871960" y="667995"/>
                    <a:pt x="850335" y="689621"/>
                  </a:cubicBezTo>
                  <a:cubicBezTo>
                    <a:pt x="828709" y="711247"/>
                    <a:pt x="799378" y="723396"/>
                    <a:pt x="768794" y="723396"/>
                  </a:cubicBezTo>
                  <a:lnTo>
                    <a:pt x="115315" y="723396"/>
                  </a:lnTo>
                  <a:cubicBezTo>
                    <a:pt x="84732" y="723396"/>
                    <a:pt x="55401" y="711247"/>
                    <a:pt x="33775" y="689621"/>
                  </a:cubicBezTo>
                  <a:cubicBezTo>
                    <a:pt x="12149" y="667995"/>
                    <a:pt x="0" y="638664"/>
                    <a:pt x="0" y="608081"/>
                  </a:cubicBezTo>
                  <a:lnTo>
                    <a:pt x="0" y="115315"/>
                  </a:lnTo>
                  <a:cubicBezTo>
                    <a:pt x="0" y="84732"/>
                    <a:pt x="12149" y="55401"/>
                    <a:pt x="33775" y="33775"/>
                  </a:cubicBezTo>
                  <a:cubicBezTo>
                    <a:pt x="55401" y="12149"/>
                    <a:pt x="84732" y="0"/>
                    <a:pt x="115315" y="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84110" cy="761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85662" y="4509396"/>
            <a:ext cx="3356854" cy="2746644"/>
            <a:chOff x="0" y="0"/>
            <a:chExt cx="884110" cy="7233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4110" cy="723396"/>
            </a:xfrm>
            <a:custGeom>
              <a:avLst/>
              <a:gdLst/>
              <a:ahLst/>
              <a:cxnLst/>
              <a:rect r="r" b="b" t="t" l="l"/>
              <a:pathLst>
                <a:path h="723396" w="884110">
                  <a:moveTo>
                    <a:pt x="115315" y="0"/>
                  </a:moveTo>
                  <a:lnTo>
                    <a:pt x="768794" y="0"/>
                  </a:lnTo>
                  <a:cubicBezTo>
                    <a:pt x="799378" y="0"/>
                    <a:pt x="828709" y="12149"/>
                    <a:pt x="850335" y="33775"/>
                  </a:cubicBezTo>
                  <a:cubicBezTo>
                    <a:pt x="871960" y="55401"/>
                    <a:pt x="884110" y="84732"/>
                    <a:pt x="884110" y="115315"/>
                  </a:cubicBezTo>
                  <a:lnTo>
                    <a:pt x="884110" y="608081"/>
                  </a:lnTo>
                  <a:cubicBezTo>
                    <a:pt x="884110" y="638664"/>
                    <a:pt x="871960" y="667995"/>
                    <a:pt x="850335" y="689621"/>
                  </a:cubicBezTo>
                  <a:cubicBezTo>
                    <a:pt x="828709" y="711247"/>
                    <a:pt x="799378" y="723396"/>
                    <a:pt x="768794" y="723396"/>
                  </a:cubicBezTo>
                  <a:lnTo>
                    <a:pt x="115315" y="723396"/>
                  </a:lnTo>
                  <a:cubicBezTo>
                    <a:pt x="84732" y="723396"/>
                    <a:pt x="55401" y="711247"/>
                    <a:pt x="33775" y="689621"/>
                  </a:cubicBezTo>
                  <a:cubicBezTo>
                    <a:pt x="12149" y="667995"/>
                    <a:pt x="0" y="638664"/>
                    <a:pt x="0" y="608081"/>
                  </a:cubicBezTo>
                  <a:lnTo>
                    <a:pt x="0" y="115315"/>
                  </a:lnTo>
                  <a:cubicBezTo>
                    <a:pt x="0" y="84732"/>
                    <a:pt x="12149" y="55401"/>
                    <a:pt x="33775" y="33775"/>
                  </a:cubicBezTo>
                  <a:cubicBezTo>
                    <a:pt x="55401" y="12149"/>
                    <a:pt x="84732" y="0"/>
                    <a:pt x="115315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84110" cy="761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26525" y="3514568"/>
            <a:ext cx="3356854" cy="2746644"/>
            <a:chOff x="0" y="0"/>
            <a:chExt cx="884110" cy="7233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84110" cy="723396"/>
            </a:xfrm>
            <a:custGeom>
              <a:avLst/>
              <a:gdLst/>
              <a:ahLst/>
              <a:cxnLst/>
              <a:rect r="r" b="b" t="t" l="l"/>
              <a:pathLst>
                <a:path h="723396" w="884110">
                  <a:moveTo>
                    <a:pt x="115315" y="0"/>
                  </a:moveTo>
                  <a:lnTo>
                    <a:pt x="768794" y="0"/>
                  </a:lnTo>
                  <a:cubicBezTo>
                    <a:pt x="799378" y="0"/>
                    <a:pt x="828709" y="12149"/>
                    <a:pt x="850335" y="33775"/>
                  </a:cubicBezTo>
                  <a:cubicBezTo>
                    <a:pt x="871960" y="55401"/>
                    <a:pt x="884110" y="84732"/>
                    <a:pt x="884110" y="115315"/>
                  </a:cubicBezTo>
                  <a:lnTo>
                    <a:pt x="884110" y="608081"/>
                  </a:lnTo>
                  <a:cubicBezTo>
                    <a:pt x="884110" y="638664"/>
                    <a:pt x="871960" y="667995"/>
                    <a:pt x="850335" y="689621"/>
                  </a:cubicBezTo>
                  <a:cubicBezTo>
                    <a:pt x="828709" y="711247"/>
                    <a:pt x="799378" y="723396"/>
                    <a:pt x="768794" y="723396"/>
                  </a:cubicBezTo>
                  <a:lnTo>
                    <a:pt x="115315" y="723396"/>
                  </a:lnTo>
                  <a:cubicBezTo>
                    <a:pt x="84732" y="723396"/>
                    <a:pt x="55401" y="711247"/>
                    <a:pt x="33775" y="689621"/>
                  </a:cubicBezTo>
                  <a:cubicBezTo>
                    <a:pt x="12149" y="667995"/>
                    <a:pt x="0" y="638664"/>
                    <a:pt x="0" y="608081"/>
                  </a:cubicBezTo>
                  <a:lnTo>
                    <a:pt x="0" y="115315"/>
                  </a:lnTo>
                  <a:cubicBezTo>
                    <a:pt x="0" y="84732"/>
                    <a:pt x="12149" y="55401"/>
                    <a:pt x="33775" y="33775"/>
                  </a:cubicBezTo>
                  <a:cubicBezTo>
                    <a:pt x="55401" y="12149"/>
                    <a:pt x="84732" y="0"/>
                    <a:pt x="115315" y="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84110" cy="761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01092" y="3176664"/>
            <a:ext cx="118737" cy="973383"/>
            <a:chOff x="0" y="0"/>
            <a:chExt cx="31272" cy="2563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0665" y="6214941"/>
            <a:ext cx="625871" cy="973383"/>
            <a:chOff x="0" y="0"/>
            <a:chExt cx="164838" cy="2563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4838" cy="256364"/>
            </a:xfrm>
            <a:custGeom>
              <a:avLst/>
              <a:gdLst/>
              <a:ahLst/>
              <a:cxnLst/>
              <a:rect r="r" b="b" t="t" l="l"/>
              <a:pathLst>
                <a:path h="256364" w="164838">
                  <a:moveTo>
                    <a:pt x="82419" y="0"/>
                  </a:moveTo>
                  <a:lnTo>
                    <a:pt x="82419" y="0"/>
                  </a:lnTo>
                  <a:cubicBezTo>
                    <a:pt x="127938" y="0"/>
                    <a:pt x="164838" y="36900"/>
                    <a:pt x="164838" y="82419"/>
                  </a:cubicBezTo>
                  <a:lnTo>
                    <a:pt x="164838" y="173945"/>
                  </a:lnTo>
                  <a:cubicBezTo>
                    <a:pt x="164838" y="195804"/>
                    <a:pt x="156155" y="216768"/>
                    <a:pt x="140698" y="232224"/>
                  </a:cubicBezTo>
                  <a:cubicBezTo>
                    <a:pt x="125242" y="247681"/>
                    <a:pt x="104278" y="256364"/>
                    <a:pt x="82419" y="256364"/>
                  </a:cubicBezTo>
                  <a:lnTo>
                    <a:pt x="82419" y="256364"/>
                  </a:lnTo>
                  <a:cubicBezTo>
                    <a:pt x="60560" y="256364"/>
                    <a:pt x="39597" y="247681"/>
                    <a:pt x="24140" y="232224"/>
                  </a:cubicBezTo>
                  <a:cubicBezTo>
                    <a:pt x="8683" y="216768"/>
                    <a:pt x="0" y="195804"/>
                    <a:pt x="0" y="173945"/>
                  </a:cubicBezTo>
                  <a:lnTo>
                    <a:pt x="0" y="82419"/>
                  </a:lnTo>
                  <a:cubicBezTo>
                    <a:pt x="0" y="60560"/>
                    <a:pt x="8683" y="39597"/>
                    <a:pt x="24140" y="24140"/>
                  </a:cubicBezTo>
                  <a:cubicBezTo>
                    <a:pt x="39597" y="8683"/>
                    <a:pt x="60560" y="0"/>
                    <a:pt x="8241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4838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428171" y="5159712"/>
            <a:ext cx="625871" cy="973383"/>
            <a:chOff x="0" y="0"/>
            <a:chExt cx="164838" cy="2563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4838" cy="256364"/>
            </a:xfrm>
            <a:custGeom>
              <a:avLst/>
              <a:gdLst/>
              <a:ahLst/>
              <a:cxnLst/>
              <a:rect r="r" b="b" t="t" l="l"/>
              <a:pathLst>
                <a:path h="256364" w="164838">
                  <a:moveTo>
                    <a:pt x="82419" y="0"/>
                  </a:moveTo>
                  <a:lnTo>
                    <a:pt x="82419" y="0"/>
                  </a:lnTo>
                  <a:cubicBezTo>
                    <a:pt x="127938" y="0"/>
                    <a:pt x="164838" y="36900"/>
                    <a:pt x="164838" y="82419"/>
                  </a:cubicBezTo>
                  <a:lnTo>
                    <a:pt x="164838" y="173945"/>
                  </a:lnTo>
                  <a:cubicBezTo>
                    <a:pt x="164838" y="195804"/>
                    <a:pt x="156155" y="216768"/>
                    <a:pt x="140698" y="232224"/>
                  </a:cubicBezTo>
                  <a:cubicBezTo>
                    <a:pt x="125242" y="247681"/>
                    <a:pt x="104278" y="256364"/>
                    <a:pt x="82419" y="256364"/>
                  </a:cubicBezTo>
                  <a:lnTo>
                    <a:pt x="82419" y="256364"/>
                  </a:lnTo>
                  <a:cubicBezTo>
                    <a:pt x="60560" y="256364"/>
                    <a:pt x="39597" y="247681"/>
                    <a:pt x="24140" y="232224"/>
                  </a:cubicBezTo>
                  <a:cubicBezTo>
                    <a:pt x="8683" y="216768"/>
                    <a:pt x="0" y="195804"/>
                    <a:pt x="0" y="173945"/>
                  </a:cubicBezTo>
                  <a:lnTo>
                    <a:pt x="0" y="82419"/>
                  </a:lnTo>
                  <a:cubicBezTo>
                    <a:pt x="0" y="60560"/>
                    <a:pt x="8683" y="39597"/>
                    <a:pt x="24140" y="24140"/>
                  </a:cubicBezTo>
                  <a:cubicBezTo>
                    <a:pt x="39597" y="8683"/>
                    <a:pt x="60560" y="0"/>
                    <a:pt x="8241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64838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652967" y="4173113"/>
            <a:ext cx="625871" cy="973383"/>
            <a:chOff x="0" y="0"/>
            <a:chExt cx="164838" cy="2563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4838" cy="256364"/>
            </a:xfrm>
            <a:custGeom>
              <a:avLst/>
              <a:gdLst/>
              <a:ahLst/>
              <a:cxnLst/>
              <a:rect r="r" b="b" t="t" l="l"/>
              <a:pathLst>
                <a:path h="256364" w="164838">
                  <a:moveTo>
                    <a:pt x="82419" y="0"/>
                  </a:moveTo>
                  <a:lnTo>
                    <a:pt x="82419" y="0"/>
                  </a:lnTo>
                  <a:cubicBezTo>
                    <a:pt x="127938" y="0"/>
                    <a:pt x="164838" y="36900"/>
                    <a:pt x="164838" y="82419"/>
                  </a:cubicBezTo>
                  <a:lnTo>
                    <a:pt x="164838" y="173945"/>
                  </a:lnTo>
                  <a:cubicBezTo>
                    <a:pt x="164838" y="195804"/>
                    <a:pt x="156155" y="216768"/>
                    <a:pt x="140698" y="232224"/>
                  </a:cubicBezTo>
                  <a:cubicBezTo>
                    <a:pt x="125242" y="247681"/>
                    <a:pt x="104278" y="256364"/>
                    <a:pt x="82419" y="256364"/>
                  </a:cubicBezTo>
                  <a:lnTo>
                    <a:pt x="82419" y="256364"/>
                  </a:lnTo>
                  <a:cubicBezTo>
                    <a:pt x="60560" y="256364"/>
                    <a:pt x="39597" y="247681"/>
                    <a:pt x="24140" y="232224"/>
                  </a:cubicBezTo>
                  <a:cubicBezTo>
                    <a:pt x="8683" y="216768"/>
                    <a:pt x="0" y="195804"/>
                    <a:pt x="0" y="173945"/>
                  </a:cubicBezTo>
                  <a:lnTo>
                    <a:pt x="0" y="82419"/>
                  </a:lnTo>
                  <a:cubicBezTo>
                    <a:pt x="0" y="60560"/>
                    <a:pt x="8683" y="39597"/>
                    <a:pt x="24140" y="24140"/>
                  </a:cubicBezTo>
                  <a:cubicBezTo>
                    <a:pt x="39597" y="8683"/>
                    <a:pt x="60560" y="0"/>
                    <a:pt x="8241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64838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767848" y="3199729"/>
            <a:ext cx="625871" cy="973383"/>
            <a:chOff x="0" y="0"/>
            <a:chExt cx="164838" cy="2563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4838" cy="256364"/>
            </a:xfrm>
            <a:custGeom>
              <a:avLst/>
              <a:gdLst/>
              <a:ahLst/>
              <a:cxnLst/>
              <a:rect r="r" b="b" t="t" l="l"/>
              <a:pathLst>
                <a:path h="256364" w="164838">
                  <a:moveTo>
                    <a:pt x="82419" y="0"/>
                  </a:moveTo>
                  <a:lnTo>
                    <a:pt x="82419" y="0"/>
                  </a:lnTo>
                  <a:cubicBezTo>
                    <a:pt x="127938" y="0"/>
                    <a:pt x="164838" y="36900"/>
                    <a:pt x="164838" y="82419"/>
                  </a:cubicBezTo>
                  <a:lnTo>
                    <a:pt x="164838" y="173945"/>
                  </a:lnTo>
                  <a:cubicBezTo>
                    <a:pt x="164838" y="195804"/>
                    <a:pt x="156155" y="216768"/>
                    <a:pt x="140698" y="232224"/>
                  </a:cubicBezTo>
                  <a:cubicBezTo>
                    <a:pt x="125242" y="247681"/>
                    <a:pt x="104278" y="256364"/>
                    <a:pt x="82419" y="256364"/>
                  </a:cubicBezTo>
                  <a:lnTo>
                    <a:pt x="82419" y="256364"/>
                  </a:lnTo>
                  <a:cubicBezTo>
                    <a:pt x="60560" y="256364"/>
                    <a:pt x="39597" y="247681"/>
                    <a:pt x="24140" y="232224"/>
                  </a:cubicBezTo>
                  <a:cubicBezTo>
                    <a:pt x="8683" y="216768"/>
                    <a:pt x="0" y="195804"/>
                    <a:pt x="0" y="173945"/>
                  </a:cubicBezTo>
                  <a:lnTo>
                    <a:pt x="0" y="82419"/>
                  </a:lnTo>
                  <a:cubicBezTo>
                    <a:pt x="0" y="60560"/>
                    <a:pt x="8683" y="39597"/>
                    <a:pt x="24140" y="24140"/>
                  </a:cubicBezTo>
                  <a:cubicBezTo>
                    <a:pt x="39597" y="8683"/>
                    <a:pt x="60560" y="0"/>
                    <a:pt x="8241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64838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01092" y="4864423"/>
            <a:ext cx="118737" cy="973383"/>
            <a:chOff x="0" y="0"/>
            <a:chExt cx="31272" cy="2563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801092" y="8243554"/>
            <a:ext cx="118737" cy="973383"/>
            <a:chOff x="0" y="0"/>
            <a:chExt cx="31272" cy="2563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801092" y="6552181"/>
            <a:ext cx="118737" cy="973383"/>
            <a:chOff x="0" y="0"/>
            <a:chExt cx="31272" cy="2563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402860" y="7605243"/>
            <a:ext cx="1126268" cy="1130394"/>
          </a:xfrm>
          <a:custGeom>
            <a:avLst/>
            <a:gdLst/>
            <a:ahLst/>
            <a:cxnLst/>
            <a:rect r="r" b="b" t="t" l="l"/>
            <a:pathLst>
              <a:path h="1130394" w="1126268">
                <a:moveTo>
                  <a:pt x="0" y="0"/>
                </a:moveTo>
                <a:lnTo>
                  <a:pt x="1126269" y="0"/>
                </a:lnTo>
                <a:lnTo>
                  <a:pt x="1126269" y="1130394"/>
                </a:lnTo>
                <a:lnTo>
                  <a:pt x="0" y="11303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3574071" y="6807356"/>
            <a:ext cx="849855" cy="849855"/>
          </a:xfrm>
          <a:custGeom>
            <a:avLst/>
            <a:gdLst/>
            <a:ahLst/>
            <a:cxnLst/>
            <a:rect r="r" b="b" t="t" l="l"/>
            <a:pathLst>
              <a:path h="849855" w="849855">
                <a:moveTo>
                  <a:pt x="0" y="0"/>
                </a:moveTo>
                <a:lnTo>
                  <a:pt x="849855" y="0"/>
                </a:lnTo>
                <a:lnTo>
                  <a:pt x="849855" y="849855"/>
                </a:lnTo>
                <a:lnTo>
                  <a:pt x="0" y="8498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5508640" y="5275311"/>
            <a:ext cx="1408931" cy="1415152"/>
          </a:xfrm>
          <a:custGeom>
            <a:avLst/>
            <a:gdLst/>
            <a:ahLst/>
            <a:cxnLst/>
            <a:rect r="r" b="b" t="t" l="l"/>
            <a:pathLst>
              <a:path h="1415152" w="1408931">
                <a:moveTo>
                  <a:pt x="0" y="0"/>
                </a:moveTo>
                <a:lnTo>
                  <a:pt x="1408932" y="0"/>
                </a:lnTo>
                <a:lnTo>
                  <a:pt x="1408932" y="1415151"/>
                </a:lnTo>
                <a:lnTo>
                  <a:pt x="0" y="14151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7673868" y="4695995"/>
            <a:ext cx="969024" cy="983780"/>
          </a:xfrm>
          <a:custGeom>
            <a:avLst/>
            <a:gdLst/>
            <a:ahLst/>
            <a:cxnLst/>
            <a:rect r="r" b="b" t="t" l="l"/>
            <a:pathLst>
              <a:path h="983780" w="969024">
                <a:moveTo>
                  <a:pt x="0" y="0"/>
                </a:moveTo>
                <a:lnTo>
                  <a:pt x="969023" y="0"/>
                </a:lnTo>
                <a:lnTo>
                  <a:pt x="969023" y="983781"/>
                </a:lnTo>
                <a:lnTo>
                  <a:pt x="0" y="9837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3915300" y="933450"/>
            <a:ext cx="10457401" cy="85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5"/>
              </a:lnSpc>
            </a:pPr>
            <a:r>
              <a:rPr lang="en-US" b="true" sz="4996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Технологии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652787" y="2033641"/>
            <a:ext cx="8982426" cy="29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9"/>
              </a:lnSpc>
            </a:pPr>
            <a:r>
              <a:rPr lang="en-US" sz="1778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Използвани инструменти за разработка на проекта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19450" y="6718171"/>
            <a:ext cx="509251" cy="23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1"/>
              </a:lnSpc>
            </a:pPr>
            <a:r>
              <a:rPr lang="en-US" b="true" sz="1422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486481" y="5562016"/>
            <a:ext cx="509251" cy="23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1"/>
              </a:lnSpc>
            </a:pPr>
            <a:r>
              <a:rPr lang="en-US" b="true" sz="1422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711277" y="4640754"/>
            <a:ext cx="509251" cy="23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1"/>
              </a:lnSpc>
            </a:pPr>
            <a:r>
              <a:rPr lang="en-US" b="true" sz="1422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826157" y="3667371"/>
            <a:ext cx="509251" cy="23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91"/>
              </a:lnSpc>
            </a:pPr>
            <a:r>
              <a:rPr lang="en-US" b="true" sz="1422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340173" y="3634781"/>
            <a:ext cx="4632168" cy="61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89"/>
              </a:lnSpc>
            </a:pPr>
            <a:r>
              <a:rPr lang="en-US" sz="1778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Основен език за програмиране на логиката на приложението.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340173" y="5291829"/>
            <a:ext cx="4632168" cy="61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89"/>
              </a:lnSpc>
            </a:pPr>
            <a:r>
              <a:rPr lang="en-US" sz="1778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Уеб рамка за създаване на интерактивен потребителски интерфейс.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340173" y="6953162"/>
            <a:ext cx="4632168" cy="61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89"/>
              </a:lnSpc>
            </a:pPr>
            <a:r>
              <a:rPr lang="en-US" sz="1778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Платформа за съхранение и споделяне на кода.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340173" y="8614496"/>
            <a:ext cx="4632168" cy="61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89"/>
              </a:lnSpc>
            </a:pPr>
            <a:r>
              <a:rPr lang="en-US" sz="1778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Инструмент за създаване на визуален дизайн и презентации.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340173" y="3129039"/>
            <a:ext cx="3419812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Python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340173" y="4786087"/>
            <a:ext cx="4020251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Streamlit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340173" y="6447421"/>
            <a:ext cx="4020251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GitHub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340173" y="8108754"/>
            <a:ext cx="3419812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b="true" sz="2498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Canva AI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77562" y="1161110"/>
            <a:ext cx="2701100" cy="2701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7808" y="17808"/>
              <a:ext cx="777183" cy="777183"/>
            </a:xfrm>
            <a:custGeom>
              <a:avLst/>
              <a:gdLst/>
              <a:ahLst/>
              <a:cxnLst/>
              <a:rect r="r" b="b" t="t" l="l"/>
              <a:pathLst>
                <a:path h="777183" w="777183">
                  <a:moveTo>
                    <a:pt x="418993" y="12593"/>
                  </a:moveTo>
                  <a:lnTo>
                    <a:pt x="764591" y="358191"/>
                  </a:lnTo>
                  <a:cubicBezTo>
                    <a:pt x="772654" y="366254"/>
                    <a:pt x="777184" y="377189"/>
                    <a:pt x="777184" y="388592"/>
                  </a:cubicBezTo>
                  <a:cubicBezTo>
                    <a:pt x="777184" y="399995"/>
                    <a:pt x="772654" y="410930"/>
                    <a:pt x="764591" y="418993"/>
                  </a:cubicBezTo>
                  <a:lnTo>
                    <a:pt x="418993" y="764591"/>
                  </a:lnTo>
                  <a:cubicBezTo>
                    <a:pt x="410930" y="772654"/>
                    <a:pt x="399995" y="777184"/>
                    <a:pt x="388592" y="777184"/>
                  </a:cubicBezTo>
                  <a:cubicBezTo>
                    <a:pt x="377189" y="777184"/>
                    <a:pt x="366254" y="772654"/>
                    <a:pt x="358191" y="764591"/>
                  </a:cubicBezTo>
                  <a:lnTo>
                    <a:pt x="12593" y="418993"/>
                  </a:lnTo>
                  <a:cubicBezTo>
                    <a:pt x="4530" y="410930"/>
                    <a:pt x="0" y="399995"/>
                    <a:pt x="0" y="388592"/>
                  </a:cubicBezTo>
                  <a:cubicBezTo>
                    <a:pt x="0" y="377189"/>
                    <a:pt x="4530" y="366254"/>
                    <a:pt x="12593" y="358191"/>
                  </a:cubicBezTo>
                  <a:lnTo>
                    <a:pt x="358191" y="12593"/>
                  </a:lnTo>
                  <a:cubicBezTo>
                    <a:pt x="366254" y="4530"/>
                    <a:pt x="377189" y="0"/>
                    <a:pt x="388592" y="0"/>
                  </a:cubicBezTo>
                  <a:cubicBezTo>
                    <a:pt x="399995" y="0"/>
                    <a:pt x="410930" y="4530"/>
                    <a:pt x="418993" y="12593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77562" y="2902890"/>
            <a:ext cx="2701100" cy="2701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7808" y="17808"/>
              <a:ext cx="777183" cy="777183"/>
            </a:xfrm>
            <a:custGeom>
              <a:avLst/>
              <a:gdLst/>
              <a:ahLst/>
              <a:cxnLst/>
              <a:rect r="r" b="b" t="t" l="l"/>
              <a:pathLst>
                <a:path h="777183" w="777183">
                  <a:moveTo>
                    <a:pt x="418993" y="12593"/>
                  </a:moveTo>
                  <a:lnTo>
                    <a:pt x="764591" y="358191"/>
                  </a:lnTo>
                  <a:cubicBezTo>
                    <a:pt x="772654" y="366254"/>
                    <a:pt x="777184" y="377189"/>
                    <a:pt x="777184" y="388592"/>
                  </a:cubicBezTo>
                  <a:cubicBezTo>
                    <a:pt x="777184" y="399995"/>
                    <a:pt x="772654" y="410930"/>
                    <a:pt x="764591" y="418993"/>
                  </a:cubicBezTo>
                  <a:lnTo>
                    <a:pt x="418993" y="764591"/>
                  </a:lnTo>
                  <a:cubicBezTo>
                    <a:pt x="410930" y="772654"/>
                    <a:pt x="399995" y="777184"/>
                    <a:pt x="388592" y="777184"/>
                  </a:cubicBezTo>
                  <a:cubicBezTo>
                    <a:pt x="377189" y="777184"/>
                    <a:pt x="366254" y="772654"/>
                    <a:pt x="358191" y="764591"/>
                  </a:cubicBezTo>
                  <a:lnTo>
                    <a:pt x="12593" y="418993"/>
                  </a:lnTo>
                  <a:cubicBezTo>
                    <a:pt x="4530" y="410930"/>
                    <a:pt x="0" y="399995"/>
                    <a:pt x="0" y="388592"/>
                  </a:cubicBezTo>
                  <a:cubicBezTo>
                    <a:pt x="0" y="377189"/>
                    <a:pt x="4530" y="366254"/>
                    <a:pt x="12593" y="358191"/>
                  </a:cubicBezTo>
                  <a:lnTo>
                    <a:pt x="358191" y="12593"/>
                  </a:lnTo>
                  <a:cubicBezTo>
                    <a:pt x="366254" y="4530"/>
                    <a:pt x="377189" y="0"/>
                    <a:pt x="388592" y="0"/>
                  </a:cubicBezTo>
                  <a:cubicBezTo>
                    <a:pt x="399995" y="0"/>
                    <a:pt x="410930" y="4530"/>
                    <a:pt x="418993" y="12593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77562" y="4659786"/>
            <a:ext cx="2701100" cy="2701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7808" y="17808"/>
              <a:ext cx="777183" cy="777183"/>
            </a:xfrm>
            <a:custGeom>
              <a:avLst/>
              <a:gdLst/>
              <a:ahLst/>
              <a:cxnLst/>
              <a:rect r="r" b="b" t="t" l="l"/>
              <a:pathLst>
                <a:path h="777183" w="777183">
                  <a:moveTo>
                    <a:pt x="418993" y="12593"/>
                  </a:moveTo>
                  <a:lnTo>
                    <a:pt x="764591" y="358191"/>
                  </a:lnTo>
                  <a:cubicBezTo>
                    <a:pt x="772654" y="366254"/>
                    <a:pt x="777184" y="377189"/>
                    <a:pt x="777184" y="388592"/>
                  </a:cubicBezTo>
                  <a:cubicBezTo>
                    <a:pt x="777184" y="399995"/>
                    <a:pt x="772654" y="410930"/>
                    <a:pt x="764591" y="418993"/>
                  </a:cubicBezTo>
                  <a:lnTo>
                    <a:pt x="418993" y="764591"/>
                  </a:lnTo>
                  <a:cubicBezTo>
                    <a:pt x="410930" y="772654"/>
                    <a:pt x="399995" y="777184"/>
                    <a:pt x="388592" y="777184"/>
                  </a:cubicBezTo>
                  <a:cubicBezTo>
                    <a:pt x="377189" y="777184"/>
                    <a:pt x="366254" y="772654"/>
                    <a:pt x="358191" y="764591"/>
                  </a:cubicBezTo>
                  <a:lnTo>
                    <a:pt x="12593" y="418993"/>
                  </a:lnTo>
                  <a:cubicBezTo>
                    <a:pt x="4530" y="410930"/>
                    <a:pt x="0" y="399995"/>
                    <a:pt x="0" y="388592"/>
                  </a:cubicBezTo>
                  <a:cubicBezTo>
                    <a:pt x="0" y="377189"/>
                    <a:pt x="4530" y="366254"/>
                    <a:pt x="12593" y="358191"/>
                  </a:cubicBezTo>
                  <a:lnTo>
                    <a:pt x="358191" y="12593"/>
                  </a:lnTo>
                  <a:cubicBezTo>
                    <a:pt x="366254" y="4530"/>
                    <a:pt x="377189" y="0"/>
                    <a:pt x="388592" y="0"/>
                  </a:cubicBezTo>
                  <a:cubicBezTo>
                    <a:pt x="399995" y="0"/>
                    <a:pt x="410930" y="4530"/>
                    <a:pt x="418993" y="12593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77562" y="6416682"/>
            <a:ext cx="2701100" cy="2701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7808" y="17808"/>
              <a:ext cx="777183" cy="777183"/>
            </a:xfrm>
            <a:custGeom>
              <a:avLst/>
              <a:gdLst/>
              <a:ahLst/>
              <a:cxnLst/>
              <a:rect r="r" b="b" t="t" l="l"/>
              <a:pathLst>
                <a:path h="777183" w="777183">
                  <a:moveTo>
                    <a:pt x="418993" y="12593"/>
                  </a:moveTo>
                  <a:lnTo>
                    <a:pt x="764591" y="358191"/>
                  </a:lnTo>
                  <a:cubicBezTo>
                    <a:pt x="772654" y="366254"/>
                    <a:pt x="777184" y="377189"/>
                    <a:pt x="777184" y="388592"/>
                  </a:cubicBezTo>
                  <a:cubicBezTo>
                    <a:pt x="777184" y="399995"/>
                    <a:pt x="772654" y="410930"/>
                    <a:pt x="764591" y="418993"/>
                  </a:cubicBezTo>
                  <a:lnTo>
                    <a:pt x="418993" y="764591"/>
                  </a:lnTo>
                  <a:cubicBezTo>
                    <a:pt x="410930" y="772654"/>
                    <a:pt x="399995" y="777184"/>
                    <a:pt x="388592" y="777184"/>
                  </a:cubicBezTo>
                  <a:cubicBezTo>
                    <a:pt x="377189" y="777184"/>
                    <a:pt x="366254" y="772654"/>
                    <a:pt x="358191" y="764591"/>
                  </a:cubicBezTo>
                  <a:lnTo>
                    <a:pt x="12593" y="418993"/>
                  </a:lnTo>
                  <a:cubicBezTo>
                    <a:pt x="4530" y="410930"/>
                    <a:pt x="0" y="399995"/>
                    <a:pt x="0" y="388592"/>
                  </a:cubicBezTo>
                  <a:cubicBezTo>
                    <a:pt x="0" y="377189"/>
                    <a:pt x="4530" y="366254"/>
                    <a:pt x="12593" y="358191"/>
                  </a:cubicBezTo>
                  <a:lnTo>
                    <a:pt x="358191" y="12593"/>
                  </a:lnTo>
                  <a:cubicBezTo>
                    <a:pt x="366254" y="4530"/>
                    <a:pt x="377189" y="0"/>
                    <a:pt x="388592" y="0"/>
                  </a:cubicBezTo>
                  <a:cubicBezTo>
                    <a:pt x="399995" y="0"/>
                    <a:pt x="410930" y="4530"/>
                    <a:pt x="418993" y="12593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86839" y="7343713"/>
            <a:ext cx="847036" cy="84703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0287" y="30287"/>
              <a:ext cx="752225" cy="752225"/>
            </a:xfrm>
            <a:custGeom>
              <a:avLst/>
              <a:gdLst/>
              <a:ahLst/>
              <a:cxnLst/>
              <a:rect r="r" b="b" t="t" l="l"/>
              <a:pathLst>
                <a:path h="752225" w="752225">
                  <a:moveTo>
                    <a:pt x="427817" y="21417"/>
                  </a:moveTo>
                  <a:lnTo>
                    <a:pt x="730809" y="324409"/>
                  </a:lnTo>
                  <a:cubicBezTo>
                    <a:pt x="759364" y="352964"/>
                    <a:pt x="759364" y="399262"/>
                    <a:pt x="730809" y="427817"/>
                  </a:cubicBezTo>
                  <a:lnTo>
                    <a:pt x="427817" y="730809"/>
                  </a:lnTo>
                  <a:cubicBezTo>
                    <a:pt x="399262" y="759364"/>
                    <a:pt x="352964" y="759364"/>
                    <a:pt x="324409" y="730809"/>
                  </a:cubicBezTo>
                  <a:lnTo>
                    <a:pt x="21417" y="427817"/>
                  </a:lnTo>
                  <a:cubicBezTo>
                    <a:pt x="-7138" y="399262"/>
                    <a:pt x="-7138" y="352964"/>
                    <a:pt x="21417" y="324409"/>
                  </a:cubicBezTo>
                  <a:lnTo>
                    <a:pt x="324409" y="21417"/>
                  </a:lnTo>
                  <a:cubicBezTo>
                    <a:pt x="352964" y="-7138"/>
                    <a:pt x="399262" y="-7138"/>
                    <a:pt x="427817" y="21417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86839" y="5603990"/>
            <a:ext cx="847036" cy="84703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0287" y="30287"/>
              <a:ext cx="752225" cy="752225"/>
            </a:xfrm>
            <a:custGeom>
              <a:avLst/>
              <a:gdLst/>
              <a:ahLst/>
              <a:cxnLst/>
              <a:rect r="r" b="b" t="t" l="l"/>
              <a:pathLst>
                <a:path h="752225" w="752225">
                  <a:moveTo>
                    <a:pt x="427817" y="21417"/>
                  </a:moveTo>
                  <a:lnTo>
                    <a:pt x="730809" y="324409"/>
                  </a:lnTo>
                  <a:cubicBezTo>
                    <a:pt x="759364" y="352964"/>
                    <a:pt x="759364" y="399262"/>
                    <a:pt x="730809" y="427817"/>
                  </a:cubicBezTo>
                  <a:lnTo>
                    <a:pt x="427817" y="730809"/>
                  </a:lnTo>
                  <a:cubicBezTo>
                    <a:pt x="399262" y="759364"/>
                    <a:pt x="352964" y="759364"/>
                    <a:pt x="324409" y="730809"/>
                  </a:cubicBezTo>
                  <a:lnTo>
                    <a:pt x="21417" y="427817"/>
                  </a:lnTo>
                  <a:cubicBezTo>
                    <a:pt x="-7138" y="399262"/>
                    <a:pt x="-7138" y="352964"/>
                    <a:pt x="21417" y="324409"/>
                  </a:cubicBezTo>
                  <a:lnTo>
                    <a:pt x="324409" y="21417"/>
                  </a:lnTo>
                  <a:cubicBezTo>
                    <a:pt x="352964" y="-7138"/>
                    <a:pt x="399262" y="-7138"/>
                    <a:pt x="427817" y="21417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86839" y="3829922"/>
            <a:ext cx="847036" cy="84703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0287" y="30287"/>
              <a:ext cx="752225" cy="752225"/>
            </a:xfrm>
            <a:custGeom>
              <a:avLst/>
              <a:gdLst/>
              <a:ahLst/>
              <a:cxnLst/>
              <a:rect r="r" b="b" t="t" l="l"/>
              <a:pathLst>
                <a:path h="752225" w="752225">
                  <a:moveTo>
                    <a:pt x="427817" y="21417"/>
                  </a:moveTo>
                  <a:lnTo>
                    <a:pt x="730809" y="324409"/>
                  </a:lnTo>
                  <a:cubicBezTo>
                    <a:pt x="759364" y="352964"/>
                    <a:pt x="759364" y="399262"/>
                    <a:pt x="730809" y="427817"/>
                  </a:cubicBezTo>
                  <a:lnTo>
                    <a:pt x="427817" y="730809"/>
                  </a:lnTo>
                  <a:cubicBezTo>
                    <a:pt x="399262" y="759364"/>
                    <a:pt x="352964" y="759364"/>
                    <a:pt x="324409" y="730809"/>
                  </a:cubicBezTo>
                  <a:lnTo>
                    <a:pt x="21417" y="427817"/>
                  </a:lnTo>
                  <a:cubicBezTo>
                    <a:pt x="-7138" y="399262"/>
                    <a:pt x="-7138" y="352964"/>
                    <a:pt x="21417" y="324409"/>
                  </a:cubicBezTo>
                  <a:lnTo>
                    <a:pt x="324409" y="21417"/>
                  </a:lnTo>
                  <a:cubicBezTo>
                    <a:pt x="352964" y="-7138"/>
                    <a:pt x="399262" y="-7138"/>
                    <a:pt x="427817" y="21417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86839" y="2088142"/>
            <a:ext cx="847036" cy="84703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30287" y="30287"/>
              <a:ext cx="752225" cy="752225"/>
            </a:xfrm>
            <a:custGeom>
              <a:avLst/>
              <a:gdLst/>
              <a:ahLst/>
              <a:cxnLst/>
              <a:rect r="r" b="b" t="t" l="l"/>
              <a:pathLst>
                <a:path h="752225" w="752225">
                  <a:moveTo>
                    <a:pt x="427817" y="21417"/>
                  </a:moveTo>
                  <a:lnTo>
                    <a:pt x="730809" y="324409"/>
                  </a:lnTo>
                  <a:cubicBezTo>
                    <a:pt x="759364" y="352964"/>
                    <a:pt x="759364" y="399262"/>
                    <a:pt x="730809" y="427817"/>
                  </a:cubicBezTo>
                  <a:lnTo>
                    <a:pt x="427817" y="730809"/>
                  </a:lnTo>
                  <a:cubicBezTo>
                    <a:pt x="399262" y="759364"/>
                    <a:pt x="352964" y="759364"/>
                    <a:pt x="324409" y="730809"/>
                  </a:cubicBezTo>
                  <a:lnTo>
                    <a:pt x="21417" y="427817"/>
                  </a:lnTo>
                  <a:cubicBezTo>
                    <a:pt x="-7138" y="399262"/>
                    <a:pt x="-7138" y="352964"/>
                    <a:pt x="21417" y="324409"/>
                  </a:cubicBezTo>
                  <a:lnTo>
                    <a:pt x="324409" y="21417"/>
                  </a:lnTo>
                  <a:cubicBezTo>
                    <a:pt x="352964" y="-7138"/>
                    <a:pt x="399262" y="-7138"/>
                    <a:pt x="427817" y="21417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078094" y="1861968"/>
            <a:ext cx="118737" cy="973383"/>
            <a:chOff x="0" y="0"/>
            <a:chExt cx="31272" cy="2563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078094" y="3603748"/>
            <a:ext cx="118737" cy="973383"/>
            <a:chOff x="0" y="0"/>
            <a:chExt cx="31272" cy="2563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078094" y="5341282"/>
            <a:ext cx="118737" cy="973383"/>
            <a:chOff x="0" y="0"/>
            <a:chExt cx="31272" cy="2563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078094" y="7078815"/>
            <a:ext cx="118737" cy="973383"/>
            <a:chOff x="0" y="0"/>
            <a:chExt cx="31272" cy="2563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7828194" y="1856828"/>
            <a:ext cx="741463" cy="774876"/>
          </a:xfrm>
          <a:custGeom>
            <a:avLst/>
            <a:gdLst/>
            <a:ahLst/>
            <a:cxnLst/>
            <a:rect r="r" b="b" t="t" l="l"/>
            <a:pathLst>
              <a:path h="774876" w="741463">
                <a:moveTo>
                  <a:pt x="0" y="0"/>
                </a:moveTo>
                <a:lnTo>
                  <a:pt x="741463" y="0"/>
                </a:lnTo>
                <a:lnTo>
                  <a:pt x="741463" y="774877"/>
                </a:lnTo>
                <a:lnTo>
                  <a:pt x="0" y="774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7814899" y="3604665"/>
            <a:ext cx="870938" cy="781374"/>
          </a:xfrm>
          <a:custGeom>
            <a:avLst/>
            <a:gdLst/>
            <a:ahLst/>
            <a:cxnLst/>
            <a:rect r="r" b="b" t="t" l="l"/>
            <a:pathLst>
              <a:path h="781374" w="870938">
                <a:moveTo>
                  <a:pt x="0" y="0"/>
                </a:moveTo>
                <a:lnTo>
                  <a:pt x="870939" y="0"/>
                </a:lnTo>
                <a:lnTo>
                  <a:pt x="870939" y="781374"/>
                </a:lnTo>
                <a:lnTo>
                  <a:pt x="0" y="781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7825717" y="5354262"/>
            <a:ext cx="718147" cy="908806"/>
          </a:xfrm>
          <a:custGeom>
            <a:avLst/>
            <a:gdLst/>
            <a:ahLst/>
            <a:cxnLst/>
            <a:rect r="r" b="b" t="t" l="l"/>
            <a:pathLst>
              <a:path h="908806" w="718147">
                <a:moveTo>
                  <a:pt x="0" y="0"/>
                </a:moveTo>
                <a:lnTo>
                  <a:pt x="718147" y="0"/>
                </a:lnTo>
                <a:lnTo>
                  <a:pt x="718147" y="908806"/>
                </a:lnTo>
                <a:lnTo>
                  <a:pt x="0" y="9088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7912551" y="7272713"/>
            <a:ext cx="600011" cy="703826"/>
          </a:xfrm>
          <a:custGeom>
            <a:avLst/>
            <a:gdLst/>
            <a:ahLst/>
            <a:cxnLst/>
            <a:rect r="r" b="b" t="t" l="l"/>
            <a:pathLst>
              <a:path h="703826" w="600011">
                <a:moveTo>
                  <a:pt x="0" y="0"/>
                </a:moveTo>
                <a:lnTo>
                  <a:pt x="600011" y="0"/>
                </a:lnTo>
                <a:lnTo>
                  <a:pt x="600011" y="703825"/>
                </a:lnTo>
                <a:lnTo>
                  <a:pt x="0" y="703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028700" y="3806000"/>
            <a:ext cx="4481438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00"/>
              </a:lnSpc>
            </a:pPr>
            <a:r>
              <a:rPr lang="en-US" b="true" sz="5000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Заключение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18925" y="5433480"/>
            <a:ext cx="4960143" cy="692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3"/>
              </a:lnSpc>
            </a:pPr>
            <a:r>
              <a:rPr lang="en-US" sz="1987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Основни изводи от нашия проект за анализ на хранителни етикети.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655731" y="2322734"/>
            <a:ext cx="509251" cy="27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6"/>
              </a:lnSpc>
            </a:pPr>
            <a:r>
              <a:rPr lang="en-US" b="true" sz="159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655731" y="4094871"/>
            <a:ext cx="509251" cy="27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6"/>
              </a:lnSpc>
            </a:pPr>
            <a:r>
              <a:rPr lang="en-US" b="true" sz="159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655731" y="5810433"/>
            <a:ext cx="509251" cy="27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6"/>
              </a:lnSpc>
            </a:pPr>
            <a:r>
              <a:rPr lang="en-US" b="true" sz="159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655731" y="7613076"/>
            <a:ext cx="509251" cy="27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6"/>
              </a:lnSpc>
            </a:pPr>
            <a:r>
              <a:rPr lang="en-US" b="true" sz="159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617175" y="2310560"/>
            <a:ext cx="4632168" cy="692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3"/>
              </a:lnSpc>
            </a:pPr>
            <a:r>
              <a:rPr lang="en-US" sz="1987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Винаги четете етикетите на храните, за да знаете какво консумирате.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617175" y="4052340"/>
            <a:ext cx="4632168" cy="692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3"/>
              </a:lnSpc>
            </a:pPr>
            <a:r>
              <a:rPr lang="en-US" sz="1987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Някои съставки могат да бъдат опасни за здравето ви.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617175" y="5789873"/>
            <a:ext cx="4632168" cy="692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3"/>
              </a:lnSpc>
            </a:pPr>
            <a:r>
              <a:rPr lang="en-US" sz="1987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По-здравословните храни са винаги по-добрият избор.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617175" y="7527407"/>
            <a:ext cx="4632168" cy="692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3"/>
              </a:lnSpc>
            </a:pPr>
            <a:r>
              <a:rPr lang="en-US" sz="1987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Технологиите могат да помагат за здравословен начин на живот.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617175" y="1833393"/>
            <a:ext cx="3419812" cy="296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4"/>
              </a:lnSpc>
            </a:pPr>
            <a:r>
              <a:rPr lang="en-US" b="true" sz="1817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Четете етикетите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617175" y="3575173"/>
            <a:ext cx="3419812" cy="296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4"/>
              </a:lnSpc>
            </a:pPr>
            <a:r>
              <a:rPr lang="en-US" b="true" sz="1817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Внимавайте със съставките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617175" y="5312707"/>
            <a:ext cx="3419812" cy="296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4"/>
              </a:lnSpc>
            </a:pPr>
            <a:r>
              <a:rPr lang="en-US" b="true" sz="1817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Избирайте здравословно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617175" y="7050240"/>
            <a:ext cx="4283503" cy="296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4"/>
              </a:lnSpc>
            </a:pPr>
            <a:r>
              <a:rPr lang="en-US" b="true" sz="1817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Технологиите помагат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10138" y="2576809"/>
            <a:ext cx="3086100" cy="2693324"/>
            <a:chOff x="0" y="0"/>
            <a:chExt cx="6985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2660" y="0"/>
              <a:ext cx="653181" cy="578363"/>
            </a:xfrm>
            <a:custGeom>
              <a:avLst/>
              <a:gdLst/>
              <a:ahLst/>
              <a:cxnLst/>
              <a:rect r="r" b="b" t="t" l="l"/>
              <a:pathLst>
                <a:path h="578363" w="653181">
                  <a:moveTo>
                    <a:pt x="299797" y="562835"/>
                  </a:moveTo>
                  <a:lnTo>
                    <a:pt x="4133" y="46765"/>
                  </a:lnTo>
                  <a:cubicBezTo>
                    <a:pt x="-1406" y="37098"/>
                    <a:pt x="-1376" y="25213"/>
                    <a:pt x="4211" y="15573"/>
                  </a:cubicBezTo>
                  <a:cubicBezTo>
                    <a:pt x="9797" y="5934"/>
                    <a:pt x="20095" y="0"/>
                    <a:pt x="31237" y="0"/>
                  </a:cubicBezTo>
                  <a:lnTo>
                    <a:pt x="621943" y="0"/>
                  </a:lnTo>
                  <a:cubicBezTo>
                    <a:pt x="633085" y="0"/>
                    <a:pt x="643383" y="5934"/>
                    <a:pt x="648969" y="15574"/>
                  </a:cubicBezTo>
                  <a:cubicBezTo>
                    <a:pt x="654556" y="25213"/>
                    <a:pt x="654586" y="37098"/>
                    <a:pt x="649047" y="46765"/>
                  </a:cubicBezTo>
                  <a:lnTo>
                    <a:pt x="353383" y="562835"/>
                  </a:lnTo>
                  <a:cubicBezTo>
                    <a:pt x="347880" y="572439"/>
                    <a:pt x="337659" y="578363"/>
                    <a:pt x="326590" y="578363"/>
                  </a:cubicBezTo>
                  <a:cubicBezTo>
                    <a:pt x="315521" y="578363"/>
                    <a:pt x="305300" y="572439"/>
                    <a:pt x="299797" y="562835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15900" y="-38100"/>
              <a:ext cx="2667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3704712">
            <a:off x="7053188" y="3312021"/>
            <a:ext cx="3086100" cy="2693324"/>
            <a:chOff x="0" y="0"/>
            <a:chExt cx="6985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2660" y="0"/>
              <a:ext cx="653181" cy="578363"/>
            </a:xfrm>
            <a:custGeom>
              <a:avLst/>
              <a:gdLst/>
              <a:ahLst/>
              <a:cxnLst/>
              <a:rect r="r" b="b" t="t" l="l"/>
              <a:pathLst>
                <a:path h="578363" w="653181">
                  <a:moveTo>
                    <a:pt x="299797" y="562835"/>
                  </a:moveTo>
                  <a:lnTo>
                    <a:pt x="4133" y="46765"/>
                  </a:lnTo>
                  <a:cubicBezTo>
                    <a:pt x="-1406" y="37098"/>
                    <a:pt x="-1376" y="25213"/>
                    <a:pt x="4211" y="15573"/>
                  </a:cubicBezTo>
                  <a:cubicBezTo>
                    <a:pt x="9797" y="5934"/>
                    <a:pt x="20095" y="0"/>
                    <a:pt x="31237" y="0"/>
                  </a:cubicBezTo>
                  <a:lnTo>
                    <a:pt x="621943" y="0"/>
                  </a:lnTo>
                  <a:cubicBezTo>
                    <a:pt x="633085" y="0"/>
                    <a:pt x="643383" y="5934"/>
                    <a:pt x="648969" y="15574"/>
                  </a:cubicBezTo>
                  <a:cubicBezTo>
                    <a:pt x="654556" y="25213"/>
                    <a:pt x="654586" y="37098"/>
                    <a:pt x="649047" y="46765"/>
                  </a:cubicBezTo>
                  <a:lnTo>
                    <a:pt x="353383" y="562835"/>
                  </a:lnTo>
                  <a:cubicBezTo>
                    <a:pt x="347880" y="572439"/>
                    <a:pt x="337659" y="578363"/>
                    <a:pt x="326590" y="578363"/>
                  </a:cubicBezTo>
                  <a:cubicBezTo>
                    <a:pt x="315521" y="578363"/>
                    <a:pt x="305300" y="572439"/>
                    <a:pt x="299797" y="562835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15900" y="-38100"/>
              <a:ext cx="2667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7266322">
            <a:off x="7053188" y="4963961"/>
            <a:ext cx="3086100" cy="2693324"/>
            <a:chOff x="0" y="0"/>
            <a:chExt cx="69850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2660" y="0"/>
              <a:ext cx="653181" cy="578363"/>
            </a:xfrm>
            <a:custGeom>
              <a:avLst/>
              <a:gdLst/>
              <a:ahLst/>
              <a:cxnLst/>
              <a:rect r="r" b="b" t="t" l="l"/>
              <a:pathLst>
                <a:path h="578363" w="653181">
                  <a:moveTo>
                    <a:pt x="299797" y="562835"/>
                  </a:moveTo>
                  <a:lnTo>
                    <a:pt x="4133" y="46765"/>
                  </a:lnTo>
                  <a:cubicBezTo>
                    <a:pt x="-1406" y="37098"/>
                    <a:pt x="-1376" y="25213"/>
                    <a:pt x="4211" y="15573"/>
                  </a:cubicBezTo>
                  <a:cubicBezTo>
                    <a:pt x="9797" y="5934"/>
                    <a:pt x="20095" y="0"/>
                    <a:pt x="31237" y="0"/>
                  </a:cubicBezTo>
                  <a:lnTo>
                    <a:pt x="621943" y="0"/>
                  </a:lnTo>
                  <a:cubicBezTo>
                    <a:pt x="633085" y="0"/>
                    <a:pt x="643383" y="5934"/>
                    <a:pt x="648969" y="15574"/>
                  </a:cubicBezTo>
                  <a:cubicBezTo>
                    <a:pt x="654556" y="25213"/>
                    <a:pt x="654586" y="37098"/>
                    <a:pt x="649047" y="46765"/>
                  </a:cubicBezTo>
                  <a:lnTo>
                    <a:pt x="353383" y="562835"/>
                  </a:lnTo>
                  <a:cubicBezTo>
                    <a:pt x="347880" y="572439"/>
                    <a:pt x="337659" y="578363"/>
                    <a:pt x="326590" y="578363"/>
                  </a:cubicBezTo>
                  <a:cubicBezTo>
                    <a:pt x="315521" y="578363"/>
                    <a:pt x="305300" y="572439"/>
                    <a:pt x="299797" y="562835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215900" y="-38100"/>
              <a:ext cx="2667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5550409" y="5673027"/>
            <a:ext cx="3086100" cy="2693324"/>
            <a:chOff x="0" y="0"/>
            <a:chExt cx="6985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2660" y="0"/>
              <a:ext cx="653181" cy="578363"/>
            </a:xfrm>
            <a:custGeom>
              <a:avLst/>
              <a:gdLst/>
              <a:ahLst/>
              <a:cxnLst/>
              <a:rect r="r" b="b" t="t" l="l"/>
              <a:pathLst>
                <a:path h="578363" w="653181">
                  <a:moveTo>
                    <a:pt x="299797" y="562835"/>
                  </a:moveTo>
                  <a:lnTo>
                    <a:pt x="4133" y="46765"/>
                  </a:lnTo>
                  <a:cubicBezTo>
                    <a:pt x="-1406" y="37098"/>
                    <a:pt x="-1376" y="25213"/>
                    <a:pt x="4211" y="15573"/>
                  </a:cubicBezTo>
                  <a:cubicBezTo>
                    <a:pt x="9797" y="5934"/>
                    <a:pt x="20095" y="0"/>
                    <a:pt x="31237" y="0"/>
                  </a:cubicBezTo>
                  <a:lnTo>
                    <a:pt x="621943" y="0"/>
                  </a:lnTo>
                  <a:cubicBezTo>
                    <a:pt x="633085" y="0"/>
                    <a:pt x="643383" y="5934"/>
                    <a:pt x="648969" y="15574"/>
                  </a:cubicBezTo>
                  <a:cubicBezTo>
                    <a:pt x="654556" y="25213"/>
                    <a:pt x="654586" y="37098"/>
                    <a:pt x="649047" y="46765"/>
                  </a:cubicBezTo>
                  <a:lnTo>
                    <a:pt x="353383" y="562835"/>
                  </a:lnTo>
                  <a:cubicBezTo>
                    <a:pt x="347880" y="572439"/>
                    <a:pt x="337659" y="578363"/>
                    <a:pt x="326590" y="578363"/>
                  </a:cubicBezTo>
                  <a:cubicBezTo>
                    <a:pt x="315521" y="578363"/>
                    <a:pt x="305300" y="572439"/>
                    <a:pt x="299797" y="562835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215900" y="-38100"/>
              <a:ext cx="2667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4429152"/>
            <a:ext cx="4481438" cy="40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40"/>
              </a:lnSpc>
            </a:pPr>
            <a:r>
              <a:rPr lang="en-US" b="true" sz="2981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Благодаря за вниманието!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8925" y="5433480"/>
            <a:ext cx="4960143" cy="314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8"/>
              </a:lnSpc>
            </a:pPr>
            <a:r>
              <a:rPr lang="en-US" sz="187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Успех с вашите здравословни избори!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078094" y="1861968"/>
            <a:ext cx="118737" cy="973383"/>
            <a:chOff x="0" y="0"/>
            <a:chExt cx="31272" cy="2563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078094" y="3603748"/>
            <a:ext cx="118737" cy="973383"/>
            <a:chOff x="0" y="0"/>
            <a:chExt cx="31272" cy="2563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078094" y="5341282"/>
            <a:ext cx="118737" cy="973383"/>
            <a:chOff x="0" y="0"/>
            <a:chExt cx="31272" cy="2563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078094" y="7078815"/>
            <a:ext cx="118737" cy="973383"/>
            <a:chOff x="0" y="0"/>
            <a:chExt cx="31272" cy="2563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1272" cy="256364"/>
            </a:xfrm>
            <a:custGeom>
              <a:avLst/>
              <a:gdLst/>
              <a:ahLst/>
              <a:cxnLst/>
              <a:rect r="r" b="b" t="t" l="l"/>
              <a:pathLst>
                <a:path h="256364" w="31272">
                  <a:moveTo>
                    <a:pt x="15636" y="0"/>
                  </a:moveTo>
                  <a:lnTo>
                    <a:pt x="15636" y="0"/>
                  </a:lnTo>
                  <a:cubicBezTo>
                    <a:pt x="19783" y="0"/>
                    <a:pt x="23760" y="1647"/>
                    <a:pt x="26693" y="4580"/>
                  </a:cubicBezTo>
                  <a:cubicBezTo>
                    <a:pt x="29625" y="7512"/>
                    <a:pt x="31272" y="11489"/>
                    <a:pt x="31272" y="15636"/>
                  </a:cubicBezTo>
                  <a:lnTo>
                    <a:pt x="31272" y="240728"/>
                  </a:lnTo>
                  <a:cubicBezTo>
                    <a:pt x="31272" y="244875"/>
                    <a:pt x="29625" y="248852"/>
                    <a:pt x="26693" y="251785"/>
                  </a:cubicBezTo>
                  <a:cubicBezTo>
                    <a:pt x="23760" y="254717"/>
                    <a:pt x="19783" y="256364"/>
                    <a:pt x="15636" y="256364"/>
                  </a:cubicBezTo>
                  <a:lnTo>
                    <a:pt x="15636" y="256364"/>
                  </a:lnTo>
                  <a:cubicBezTo>
                    <a:pt x="11489" y="256364"/>
                    <a:pt x="7512" y="254717"/>
                    <a:pt x="4580" y="251785"/>
                  </a:cubicBezTo>
                  <a:cubicBezTo>
                    <a:pt x="1647" y="248852"/>
                    <a:pt x="0" y="244875"/>
                    <a:pt x="0" y="240728"/>
                  </a:cubicBezTo>
                  <a:lnTo>
                    <a:pt x="0" y="15636"/>
                  </a:lnTo>
                  <a:cubicBezTo>
                    <a:pt x="0" y="11489"/>
                    <a:pt x="1647" y="7512"/>
                    <a:pt x="4580" y="4580"/>
                  </a:cubicBezTo>
                  <a:cubicBezTo>
                    <a:pt x="7512" y="1647"/>
                    <a:pt x="11489" y="0"/>
                    <a:pt x="15636" y="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1272" cy="29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617175" y="2310560"/>
            <a:ext cx="4632168" cy="6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8"/>
              </a:lnSpc>
            </a:pPr>
            <a:r>
              <a:rPr lang="en-US" sz="187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Информираният избор е здравословен избор за вас и семейството ви.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617175" y="4052340"/>
            <a:ext cx="4632168" cy="6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8"/>
              </a:lnSpc>
            </a:pPr>
            <a:r>
              <a:rPr lang="en-US" sz="187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Заменете вредните храни с по-добри алтернативи всеки ден.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617175" y="5789873"/>
            <a:ext cx="4632168" cy="6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8"/>
              </a:lnSpc>
            </a:pPr>
            <a:r>
              <a:rPr lang="en-US" sz="187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Приложенията могат да ви помогнат да живеете по-здравословно.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17175" y="7527407"/>
            <a:ext cx="4632168" cy="6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8"/>
              </a:lnSpc>
            </a:pPr>
            <a:r>
              <a:rPr lang="en-US" sz="1870">
                <a:solidFill>
                  <a:srgbClr val="6B7280"/>
                </a:solidFill>
                <a:latin typeface="DM Sans"/>
                <a:ea typeface="DM Sans"/>
                <a:cs typeface="DM Sans"/>
                <a:sym typeface="DM Sans"/>
              </a:rPr>
              <a:t>Благодарим ви за участието в нашата презентация!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17175" y="1814343"/>
            <a:ext cx="4632168" cy="38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2"/>
              </a:lnSpc>
            </a:pPr>
            <a:r>
              <a:rPr lang="en-US" b="true" sz="2223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Четете етикетите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617175" y="3556123"/>
            <a:ext cx="4283503" cy="38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2"/>
              </a:lnSpc>
            </a:pPr>
            <a:r>
              <a:rPr lang="en-US" b="true" sz="2223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Избирайте здравословно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617175" y="5293657"/>
            <a:ext cx="3419812" cy="38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2"/>
              </a:lnSpc>
            </a:pPr>
            <a:r>
              <a:rPr lang="en-US" b="true" sz="2223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Използвайте технологиите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617175" y="7031190"/>
            <a:ext cx="4283503" cy="38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2"/>
              </a:lnSpc>
            </a:pPr>
            <a:r>
              <a:rPr lang="en-US" b="true" sz="2223">
                <a:solidFill>
                  <a:srgbClr val="1F2937"/>
                </a:solidFill>
                <a:latin typeface="DM Sans Bold"/>
                <a:ea typeface="DM Sans Bold"/>
                <a:cs typeface="DM Sans Bold"/>
                <a:sym typeface="DM Sans Bold"/>
              </a:rPr>
              <a:t>Бъдете здрави!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8472275" y="3823515"/>
            <a:ext cx="931071" cy="1111965"/>
          </a:xfrm>
          <a:custGeom>
            <a:avLst/>
            <a:gdLst/>
            <a:ahLst/>
            <a:cxnLst/>
            <a:rect r="r" b="b" t="t" l="l"/>
            <a:pathLst>
              <a:path h="1111965" w="931071">
                <a:moveTo>
                  <a:pt x="0" y="0"/>
                </a:moveTo>
                <a:lnTo>
                  <a:pt x="931071" y="0"/>
                </a:lnTo>
                <a:lnTo>
                  <a:pt x="931071" y="1111965"/>
                </a:lnTo>
                <a:lnTo>
                  <a:pt x="0" y="1111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6632119" y="7012373"/>
            <a:ext cx="881009" cy="881009"/>
          </a:xfrm>
          <a:custGeom>
            <a:avLst/>
            <a:gdLst/>
            <a:ahLst/>
            <a:cxnLst/>
            <a:rect r="r" b="b" t="t" l="l"/>
            <a:pathLst>
              <a:path h="881009" w="881009">
                <a:moveTo>
                  <a:pt x="0" y="0"/>
                </a:moveTo>
                <a:lnTo>
                  <a:pt x="881009" y="0"/>
                </a:lnTo>
                <a:lnTo>
                  <a:pt x="881009" y="881009"/>
                </a:lnTo>
                <a:lnTo>
                  <a:pt x="0" y="8810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6663927" y="2901080"/>
            <a:ext cx="776639" cy="1085588"/>
          </a:xfrm>
          <a:custGeom>
            <a:avLst/>
            <a:gdLst/>
            <a:ahLst/>
            <a:cxnLst/>
            <a:rect r="r" b="b" t="t" l="l"/>
            <a:pathLst>
              <a:path h="1085588" w="776639">
                <a:moveTo>
                  <a:pt x="0" y="0"/>
                </a:moveTo>
                <a:lnTo>
                  <a:pt x="776639" y="0"/>
                </a:lnTo>
                <a:lnTo>
                  <a:pt x="776639" y="1085587"/>
                </a:lnTo>
                <a:lnTo>
                  <a:pt x="0" y="10855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8493042" y="5840087"/>
            <a:ext cx="796450" cy="1376155"/>
          </a:xfrm>
          <a:custGeom>
            <a:avLst/>
            <a:gdLst/>
            <a:ahLst/>
            <a:cxnLst/>
            <a:rect r="r" b="b" t="t" l="l"/>
            <a:pathLst>
              <a:path h="1376155" w="796450">
                <a:moveTo>
                  <a:pt x="0" y="0"/>
                </a:moveTo>
                <a:lnTo>
                  <a:pt x="796450" y="0"/>
                </a:lnTo>
                <a:lnTo>
                  <a:pt x="796450" y="1376155"/>
                </a:lnTo>
                <a:lnTo>
                  <a:pt x="0" y="13761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DAHJoYrGT3s</dc:identifier>
  <dcterms:modified xsi:type="dcterms:W3CDTF">2011-08-01T06:04:30Z</dcterms:modified>
  <cp:revision>1</cp:revision>
  <dc:title>Скенер за хранителни етикети</dc:title>
</cp:coreProperties>
</file>